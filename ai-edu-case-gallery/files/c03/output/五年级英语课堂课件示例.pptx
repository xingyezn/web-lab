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e321b816764b63" /><Relationship Type="http://schemas.openxmlformats.org/officeDocument/2006/relationships/extended-properties" Target="/docProps/app.xml" Id="Rd0ae25d46bd445d1" /><Relationship Type="http://schemas.openxmlformats.org/officeDocument/2006/relationships/officeDocument" Target="/ppt/presentation.xml" Id="Rc2fe2f45c9c340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1fd4bf213143f6"/>
    <p:sldMasterId xmlns:r="http://schemas.openxmlformats.org/officeDocument/2006/relationships" id="2147483660" r:id="R65f9bc6d9ba241ec"/>
    <p:sldMasterId xmlns:r="http://schemas.openxmlformats.org/officeDocument/2006/relationships" id="2147483672" r:id="R6f82e4ec0d794ee7"/>
  </p:sldMasterIdLst>
  <p:notesMasterIdLst>
    <p:notesMasterId xmlns:r="http://schemas.openxmlformats.org/officeDocument/2006/relationships" r:id="R35308e2e3a994dcb"/>
  </p:notesMasterIdLst>
  <p:sldIdLst>
    <p:sldId xmlns:r="http://schemas.openxmlformats.org/officeDocument/2006/relationships" id="256" r:id="Re9e180cbe6cc41c6"/>
    <p:sldId xmlns:r="http://schemas.openxmlformats.org/officeDocument/2006/relationships" id="257" r:id="R36f61377338a49f9"/>
    <p:sldId xmlns:r="http://schemas.openxmlformats.org/officeDocument/2006/relationships" id="258" r:id="R39c1d662ce5946ce"/>
    <p:sldId xmlns:r="http://schemas.openxmlformats.org/officeDocument/2006/relationships" id="259" r:id="R7c9a7a023ed44575"/>
    <p:sldId xmlns:r="http://schemas.openxmlformats.org/officeDocument/2006/relationships" id="260" r:id="R135f9d64c7f24ca5"/>
    <p:sldId xmlns:r="http://schemas.openxmlformats.org/officeDocument/2006/relationships" id="261" r:id="R2ff90b82a4c042dd"/>
    <p:sldId xmlns:r="http://schemas.openxmlformats.org/officeDocument/2006/relationships" id="262" r:id="R2868ad910e3a490c"/>
    <p:sldId xmlns:r="http://schemas.openxmlformats.org/officeDocument/2006/relationships" id="263" r:id="R34a723802c3a4751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d4cdd43bb44015" /><Relationship Type="http://schemas.openxmlformats.org/officeDocument/2006/relationships/slideMaster" Target="/ppt/slideMasters/slideMaster1.xml" Id="Rca1fd4bf213143f6" /><Relationship Type="http://schemas.openxmlformats.org/officeDocument/2006/relationships/slideMaster" Target="/ppt/slideMasters/slideMaster2.xml" Id="R65f9bc6d9ba241ec" /><Relationship Type="http://schemas.openxmlformats.org/officeDocument/2006/relationships/slideMaster" Target="/ppt/slideMasters/slideMaster3.xml" Id="R6f82e4ec0d794ee7" /><Relationship Type="http://schemas.openxmlformats.org/officeDocument/2006/relationships/notesMaster" Target="/ppt/notesMasters/notesMaster1.xml" Id="R35308e2e3a994dcb" /><Relationship Type="http://schemas.openxmlformats.org/officeDocument/2006/relationships/presProps" Target="/ppt/presProps.xml" Id="R7181ef87133c4dc5" /><Relationship Type="http://schemas.openxmlformats.org/officeDocument/2006/relationships/viewProps" Target="/ppt/viewProps.xml" Id="Raa6dc5f8c00d4836" /><Relationship Type="http://schemas.openxmlformats.org/officeDocument/2006/relationships/tableStyles" Target="/ppt/tableStyles.xml" Id="Rf0c3c683eef04f99" /><Relationship Type="http://schemas.openxmlformats.org/officeDocument/2006/relationships/slide" Target="/ppt/slides/slide1.xml" Id="Re9e180cbe6cc41c6" /><Relationship Type="http://schemas.openxmlformats.org/officeDocument/2006/relationships/slide" Target="/ppt/slides/slide2.xml" Id="R36f61377338a49f9" /><Relationship Type="http://schemas.openxmlformats.org/officeDocument/2006/relationships/slide" Target="/ppt/slides/slide3.xml" Id="R39c1d662ce5946ce" /><Relationship Type="http://schemas.openxmlformats.org/officeDocument/2006/relationships/slide" Target="/ppt/slides/slide4.xml" Id="R7c9a7a023ed44575" /><Relationship Type="http://schemas.openxmlformats.org/officeDocument/2006/relationships/slide" Target="/ppt/slides/slide5.xml" Id="R135f9d64c7f24ca5" /><Relationship Type="http://schemas.openxmlformats.org/officeDocument/2006/relationships/slide" Target="/ppt/slides/slide6.xml" Id="R2ff90b82a4c042dd" /><Relationship Type="http://schemas.openxmlformats.org/officeDocument/2006/relationships/slide" Target="/ppt/slides/slide7.xml" Id="R2868ad910e3a490c" /><Relationship Type="http://schemas.openxmlformats.org/officeDocument/2006/relationships/slide" Target="/ppt/slides/slide8.xml" Id="R34a723802c3a47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6440aa7465a43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5ae8ec64bf4bbf" /><Relationship Type="http://schemas.openxmlformats.org/officeDocument/2006/relationships/notesMaster" Target="/ppt/notesMasters/notesMaster1.xml" Id="Rf268c322c32d4c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b587a509dd4104" /><Relationship Type="http://schemas.openxmlformats.org/officeDocument/2006/relationships/notesMaster" Target="/ppt/notesMasters/notesMaster1.xml" Id="R6ac7e4342fa249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e7134129f4736" /><Relationship Type="http://schemas.openxmlformats.org/officeDocument/2006/relationships/notesMaster" Target="/ppt/notesMasters/notesMaster1.xml" Id="R15ec98e5f3c64a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7b027ac92b4ac9" /><Relationship Type="http://schemas.openxmlformats.org/officeDocument/2006/relationships/notesMaster" Target="/ppt/notesMasters/notesMaster1.xml" Id="Rb59deee389c145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0c297f9b7b497d" /><Relationship Type="http://schemas.openxmlformats.org/officeDocument/2006/relationships/notesMaster" Target="/ppt/notesMasters/notesMaster1.xml" Id="Rb10ca771e10c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0ef42e9e144596" /><Relationship Type="http://schemas.openxmlformats.org/officeDocument/2006/relationships/notesMaster" Target="/ppt/notesMasters/notesMaster1.xml" Id="R9c8fe88793b44d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e789fd53af4e09" /><Relationship Type="http://schemas.openxmlformats.org/officeDocument/2006/relationships/notesMaster" Target="/ppt/notesMasters/notesMaster1.xml" Id="Rf6e1297d311a43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7a2eecfaf7429e" /><Relationship Type="http://schemas.openxmlformats.org/officeDocument/2006/relationships/notesMaster" Target="/ppt/notesMasters/notesMaster1.xml" Id="R4ba5abb8426a4f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通用五年级英语难度，原创培训示例，不对应某一教材单元。总课时40分钟：5分钟预测，10分钟找信息，8分钟核对，10分钟表达，5分钟互查，2分钟离堂条。词汇按本班已学内容调整。阅读问题答案：At seven；At school；She reads a book。个人表达没有唯一答案。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通用五年级英语难度，原创培训示例，不对应某一教材单元。总课时40分钟：5分钟预测，10分钟找信息，8分钟核对，10分钟表达，5分钟互查，2分钟离堂条。词汇按本班已学内容调整。阅读问题答案：At seven；At school；She reads a book。个人表达没有唯一答案。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通用五年级英语难度，原创培训示例，不对应某一教材单元。总课时40分钟：5分钟预测，10分钟找信息，8分钟核对，10分钟表达，5分钟互查，2分钟离堂条。词汇按本班已学内容调整。阅读问题答案：At seven；At school；She reads a book。个人表达没有唯一答案。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通用五年级英语难度，原创培训示例，不对应某一教材单元。总课时40分钟：5分钟预测，10分钟找信息，8分钟核对，10分钟表达，5分钟互查，2分钟离堂条。词汇按本班已学内容调整。阅读问题答案：At seven；At school；She reads a book。个人表达没有唯一答案。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通用五年级英语难度，原创培训示例，不对应某一教材单元。总课时40分钟：5分钟预测，10分钟找信息，8分钟核对，10分钟表达，5分钟互查，2分钟离堂条。词汇按本班已学内容调整。阅读问题答案：At seven；At school；She reads a book。个人表达没有唯一答案。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通用五年级英语难度，原创培训示例，不对应某一教材单元。总课时40分钟：5分钟预测，10分钟找信息，8分钟核对，10分钟表达，5分钟互查，2分钟离堂条。词汇按本班已学内容调整。阅读问题答案：At seven；At school；She reads a book。个人表达没有唯一答案。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通用五年级英语难度，原创培训示例，不对应某一教材单元。总课时40分钟：5分钟预测，10分钟找信息，8分钟核对，10分钟表达，5分钟互查，2分钟离堂条。词汇按本班已学内容调整。阅读问题答案：At seven；At school；She reads a book。个人表达没有唯一答案。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通用五年级英语难度，原创培训示例，不对应某一教材单元。总课时40分钟：5分钟预测，10分钟找信息，8分钟核对，10分钟表达，5分钟互查，2分钟离堂条。词汇按本班已学内容调整。阅读问题答案：At seven；At school；She reads a book。个人表达没有唯一答案。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d424b5361f49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40fbcf56a49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e0d5c120e40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a377b58e743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6197c39994b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f8a6331fa43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7c93a475d413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c3159576941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ec5e4d14f48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7f80577e347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c4f82ffd44b8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36988eab654b8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c56ab1dbf44b0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f6588c2e33495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ebe40ff974464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ab529e77f9481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70a88712f544a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ebe70b739b4fd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99f6eb840746f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0e322c5daf4c0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57fd9288054c3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724bc3553245c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3674c3bbd11498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341fcc8d3104447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bedfa0d03924abf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74723be911d4e2f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c71ad50866a49f5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7ddf9aad3e0450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7bd3991fb1c4736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19bb6debd1b4a3e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b2118a23eea4587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d28bd5d14634ab6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574c8f8f9594818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B20ADECF-3843-4B27-B7EB-C7422BE547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DCE59496-6BEE-4F1D-8CE8-B840678E14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FF5252BB-0F43-4B63-9ED6-E7AC928DF7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DC969BA0-7D41-490B-82C9-95E5A5BF09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85594208-7467-4E12-99F3-9829018227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1BEAC419-159E-45D0-A86E-98B4B11328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9CF96A81-0D8E-4D1C-9E97-E1E1DE73A7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2CA8EC8D-1269-466A-8660-745F406F98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0E19A6FF-5C74-4646-A56A-B24A62093C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19C07A08-5C2F-400E-8275-30A09B9BEE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68ACDAD3-DAF1-4479-A635-69C75020D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5CDB7F7E-A7BC-47F9-AF02-A1FD1593BD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BE9083A0-FD54-492E-A311-C5ABBF0B59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3B09BC1-22CE-4524-B5FF-CDB0AF8C22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83E11BC2-6714-4F11-BE45-EE41871168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F6C9A417-2DE1-4356-B87A-EA7FABAF2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1783C76E-4AD3-4A7F-87BA-AD2A13734B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A4BB8308-F3BD-45FF-A663-E08A6AB9A5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DAB5AC5C-DFAE-4C18-BAD3-B5BEBB5A60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5519D21A-6208-49C3-A3B3-9507B6C5E9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7CBAE2EE-9CF9-48E8-81A9-04358C50B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972BC2A1-2C26-4D42-A883-1DFF8732BA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1CC7ABE-32F2-4199-96D7-DC1DD89EEE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>
            <a:endParaRPr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BBDC1FE9-5666-4131-AB0A-EC902CD1FB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4397F20-E885-4C87-96EE-E604723DB3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>
            <a:endParaRPr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4AA869B-6C82-4DD6-8883-D376F9449C0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C5311E05-8C08-4D21-AEBA-5157E55B87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12970033-F70B-4361-B213-CC3C92B8AB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10A2A615-970E-44C3-99FA-D28ADC1B49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09BCF754-E975-4E09-B08A-48B605D1CB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03F02A2A-D7B1-4A10-B325-A6A8EC2BC3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F8AAE98-9B2A-40D1-8207-E496ADC61F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3267773-F0B1-4123-AF65-C01BAA2677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D70AE715-8AA8-49D3-869E-217DA6E07C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C85F5C0-3CEC-4A2C-80C4-67DAD1382F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B271D4EA-BC54-4ED6-A32A-F07F91DA45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810489CF-A601-4F8B-A9EB-C02FB75C99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C9C49A14-9B2E-4D8D-B2B7-A37D5C3085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CFEFE31-6321-4E61-8BE0-138B9B41CF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>
            <a:endParaRPr/>
          </a:p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5CC96333-0F23-4B5E-BE79-91E4F7BAFB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39A9EAD9-E431-408B-A00D-919EB72E7D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7DA859AD-DC97-4A69-9F04-35447317CA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29836D77-AD5A-4ACC-8A61-41924A9B3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253E2E4F-B7AD-4571-8ACF-21CED9E8F42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79611679-E9F1-448C-9320-69C3A1790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>
            <a:endParaRPr/>
          </a:p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A0BD6552-7DB7-417D-8A11-1D82E52AEA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6AFC422-B341-4B99-9E44-C3B816C493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4EBE25E6-E453-45F3-B2DA-AE9598D9BB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F66A2890-E88B-44A1-B129-131672A81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67D93794-B7D7-4485-AF62-4F787C66B3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E3ECB4C0-2FA0-4C4E-8969-7CB67037A8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16F4EDD9-4A34-4969-B300-4409B85827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51526DFB-A586-40A8-8887-A5D84B8228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7917EE73-1E8E-4315-8A3D-EAB63D1762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6301B77A-70A6-414C-8E8A-41EB275D2C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FFBE9836-32EC-4179-B476-D8C7722973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4305C2-BF5F-4C73-9708-C4A014E164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FD0CA4EC-FCC9-4D91-860B-ECA8F339E1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99DA07-22FE-4EF7-9EA4-D2C43300B2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3" y="1122364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5333" b="1">
                <a:solidFill>
                  <a:srgbClr val="0070C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F9ACF-FD8F-4B7C-8FA1-31E88FE6A9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3" y="3602040"/>
            <a:ext cx="9144000" cy="1655763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defRPr>
            </a:lvl1pPr>
            <a:lvl2pPr marL="457155" indent="0" algn="ctr">
              <a:buNone/>
              <a:defRPr sz="2000"/>
            </a:lvl2pPr>
            <a:lvl3pPr marL="914310" indent="0" algn="ctr">
              <a:buNone/>
              <a:defRPr sz="1800"/>
            </a:lvl3pPr>
            <a:lvl4pPr marL="1371464" indent="0" algn="ctr">
              <a:buNone/>
              <a:defRPr sz="1600"/>
            </a:lvl4pPr>
            <a:lvl5pPr marL="1828621" indent="0" algn="ctr">
              <a:buNone/>
              <a:defRPr sz="1600"/>
            </a:lvl5pPr>
            <a:lvl6pPr marL="2285778" indent="0" algn="ctr">
              <a:buNone/>
              <a:defRPr sz="1600"/>
            </a:lvl6pPr>
            <a:lvl7pPr marL="2742930" indent="0" algn="ctr">
              <a:buNone/>
              <a:defRPr sz="1600"/>
            </a:lvl7pPr>
            <a:lvl8pPr marL="3200085" indent="0" algn="ctr">
              <a:buNone/>
              <a:defRPr sz="1600"/>
            </a:lvl8pPr>
            <a:lvl9pPr marL="3657242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998DB4-BD12-4A93-8D0C-00320D8F41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6B7A4-9F31-4C69-8B04-92921FA4A9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AF0D1E-9ECE-455C-8128-90BCE8C367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1727C8-CEAF-4FCA-B425-043675142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085088"/>
            <a:ext cx="10515600" cy="605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733" b="1">
                <a:solidFill>
                  <a:srgbClr val="0070C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AD48A8-D5EA-4163-AE1E-A13126D0A0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950720"/>
            <a:ext cx="10515600" cy="3925824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20000"/>
              </a:lnSpc>
              <a:buNone/>
              <a:defRPr sz="2667">
                <a:latin typeface="微软雅黑"/>
                <a:ea typeface="微软雅黑"/>
                <a:cs typeface="微软雅黑"/>
              </a:defRPr>
            </a:lvl1pPr>
            <a:lvl2pPr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E51990-02AF-4DBD-B024-66F58D6A12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9268A0-6870-4592-A6B3-4FC076E73B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551642-2765-4068-96C2-CB1A5E3EBB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A13C4B-D0A3-4D5C-9B3D-87BF2C4A17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27FFA7-29A2-450A-BB43-192C33EA2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87972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5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1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7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0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24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ECB11F-1C09-416F-BBA5-1AA008E6CF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4679FE-2170-48FB-8573-4098BBA962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039ED2-1FB4-499C-91BD-6471713992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41EDC-E784-4446-95EC-D3A867DC7D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62E80EC-3EAE-439A-85C8-9CB58EDDCF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E728C6A-F2CE-4546-9714-B5FAD4D03EB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7754418-C147-4671-B309-5A9BAFA3F7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28EEB86-2F55-4F7F-913A-58CEC2D00C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C8F5965-5EE9-4AA9-86C2-924842F38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ADA92C-38D6-439D-8F1B-D399BCD6B6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894736"/>
            <a:ext cx="10515600" cy="7959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0B81D8-4653-49BC-9956-FDD3B0C228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9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155" indent="0">
              <a:buNone/>
              <a:defRPr sz="2000" b="1"/>
            </a:lvl2pPr>
            <a:lvl3pPr marL="914310" indent="0">
              <a:buNone/>
              <a:defRPr sz="1800" b="1"/>
            </a:lvl3pPr>
            <a:lvl4pPr marL="1371464" indent="0">
              <a:buNone/>
              <a:defRPr sz="1600" b="1"/>
            </a:lvl4pPr>
            <a:lvl5pPr marL="1828621" indent="0">
              <a:buNone/>
              <a:defRPr sz="1600" b="1"/>
            </a:lvl5pPr>
            <a:lvl6pPr marL="2285778" indent="0">
              <a:buNone/>
              <a:defRPr sz="1600" b="1"/>
            </a:lvl6pPr>
            <a:lvl7pPr marL="2742930" indent="0">
              <a:buNone/>
              <a:defRPr sz="1600" b="1"/>
            </a:lvl7pPr>
            <a:lvl8pPr marL="3200085" indent="0">
              <a:buNone/>
              <a:defRPr sz="1600" b="1"/>
            </a:lvl8pPr>
            <a:lvl9pPr marL="3657242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41B8663-F3F4-4925-BFED-47EF802BC8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9" y="2505078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CD898C3-207D-412C-86C9-80A0170D84D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3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155" indent="0">
              <a:buNone/>
              <a:defRPr sz="2000" b="1"/>
            </a:lvl2pPr>
            <a:lvl3pPr marL="914310" indent="0">
              <a:buNone/>
              <a:defRPr sz="1800" b="1"/>
            </a:lvl3pPr>
            <a:lvl4pPr marL="1371464" indent="0">
              <a:buNone/>
              <a:defRPr sz="1600" b="1"/>
            </a:lvl4pPr>
            <a:lvl5pPr marL="1828621" indent="0">
              <a:buNone/>
              <a:defRPr sz="1600" b="1"/>
            </a:lvl5pPr>
            <a:lvl6pPr marL="2285778" indent="0">
              <a:buNone/>
              <a:defRPr sz="1600" b="1"/>
            </a:lvl6pPr>
            <a:lvl7pPr marL="2742930" indent="0">
              <a:buNone/>
              <a:defRPr sz="1600" b="1"/>
            </a:lvl7pPr>
            <a:lvl8pPr marL="3200085" indent="0">
              <a:buNone/>
              <a:defRPr sz="1600" b="1"/>
            </a:lvl8pPr>
            <a:lvl9pPr marL="3657242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2E36E83-9A2A-45FF-8531-3F71479BC2B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3" y="2505078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A1964C4-D122-497F-AC6A-A56F9BC42D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89C1AF0-1B4E-4BED-A990-C924DF4FD0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1847B9A-B336-42E2-AA16-48323F3AE2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F2CCB6-8501-4028-B572-B5AF69072E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3A51255-1AEF-4B90-A15B-CDB924D3A9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600C269-23C8-4974-A62B-43EF621EB0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41290F5-3166-4EA7-953A-97FA6BFA8E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2D83A7F-6773-4708-BFD9-BCB08FAC17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38D950A-F34B-44B3-838B-EDFDBFDC8F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96C4354-0817-4BE1-9BAD-F343186BDE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5F0C12-E473-4D68-99BB-843315ABA5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70A3B8-DA17-432F-8391-7706F32523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30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DF36541-F35F-45F0-B0A2-BC84972AC7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3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155" indent="0">
              <a:buNone/>
              <a:defRPr sz="1400"/>
            </a:lvl2pPr>
            <a:lvl3pPr marL="914310" indent="0">
              <a:buNone/>
              <a:defRPr sz="1200"/>
            </a:lvl3pPr>
            <a:lvl4pPr marL="1371464" indent="0">
              <a:buNone/>
              <a:defRPr sz="1000"/>
            </a:lvl4pPr>
            <a:lvl5pPr marL="1828621" indent="0">
              <a:buNone/>
              <a:defRPr sz="1000"/>
            </a:lvl5pPr>
            <a:lvl6pPr marL="2285778" indent="0">
              <a:buNone/>
              <a:defRPr sz="1000"/>
            </a:lvl6pPr>
            <a:lvl7pPr marL="2742930" indent="0">
              <a:buNone/>
              <a:defRPr sz="1000"/>
            </a:lvl7pPr>
            <a:lvl8pPr marL="3200085" indent="0">
              <a:buNone/>
              <a:defRPr sz="1000"/>
            </a:lvl8pPr>
            <a:lvl9pPr marL="3657242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7A5C181-9846-438C-9553-0278CE76ED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010949F-043A-45B8-9C82-1D90835E0E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7B52C73-46D0-4A5A-83B5-22420E3728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068147-3B1C-49D7-B131-AAC76A85D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130084C-A71A-4CD6-8E7A-A02679165505}"/>
              </a:ext>
            </a:extLst>
          </p:cNvPr>
          <p:cNvSpPr>
            <a:spLocks xmlns:a="http://schemas.openxmlformats.org/drawingml/2006/main" noGrp="1"/>
          </p:cNvSpPr>
          <p:nvPr>
            <p:ph type="pic" idx="1" hasCustomPrompt="1"/>
          </p:nvPr>
        </p:nvSpPr>
        <p:spPr>
          <a:xfrm xmlns:a="http://schemas.openxmlformats.org/drawingml/2006/main">
            <a:off x="5183188" y="987430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155" indent="0">
              <a:buNone/>
              <a:defRPr sz="2800"/>
            </a:lvl2pPr>
            <a:lvl3pPr marL="914310" indent="0">
              <a:buNone/>
              <a:defRPr sz="2400"/>
            </a:lvl3pPr>
            <a:lvl4pPr marL="1371464" indent="0">
              <a:buNone/>
              <a:defRPr sz="2000"/>
            </a:lvl4pPr>
            <a:lvl5pPr marL="1828621" indent="0">
              <a:buNone/>
              <a:defRPr sz="2000"/>
            </a:lvl5pPr>
            <a:lvl6pPr marL="2285778" indent="0">
              <a:buNone/>
              <a:defRPr sz="2000"/>
            </a:lvl6pPr>
            <a:lvl7pPr marL="2742930" indent="0">
              <a:buNone/>
              <a:defRPr sz="2000"/>
            </a:lvl7pPr>
            <a:lvl8pPr marL="3200085" indent="0">
              <a:buNone/>
              <a:defRPr sz="2000"/>
            </a:lvl8pPr>
            <a:lvl9pPr marL="3657242" indent="0">
              <a:buNone/>
              <a:defRPr sz="2000"/>
            </a:lvl9pPr>
          </a:lstStyle>
          <a:p xmlns:a="http://schemas.openxmlformats.org/drawingml/2006/main">
            <a:r>
              <a:t>将图片拖动到占位符，或单击添加图标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A1492AF-06D8-4024-B5D7-B214F97C79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3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155" indent="0">
              <a:buNone/>
              <a:defRPr sz="1400"/>
            </a:lvl2pPr>
            <a:lvl3pPr marL="914310" indent="0">
              <a:buNone/>
              <a:defRPr sz="1200"/>
            </a:lvl3pPr>
            <a:lvl4pPr marL="1371464" indent="0">
              <a:buNone/>
              <a:defRPr sz="1000"/>
            </a:lvl4pPr>
            <a:lvl5pPr marL="1828621" indent="0">
              <a:buNone/>
              <a:defRPr sz="1000"/>
            </a:lvl5pPr>
            <a:lvl6pPr marL="2285778" indent="0">
              <a:buNone/>
              <a:defRPr sz="1000"/>
            </a:lvl6pPr>
            <a:lvl7pPr marL="2742930" indent="0">
              <a:buNone/>
              <a:defRPr sz="1000"/>
            </a:lvl7pPr>
            <a:lvl8pPr marL="3200085" indent="0">
              <a:buNone/>
              <a:defRPr sz="1000"/>
            </a:lvl8pPr>
            <a:lvl9pPr marL="3657242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5DEF52-5165-4B73-BDAD-1DC99411AE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F1611B9-88EB-4D73-8340-4B2B30BC92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16DC43A-B09C-4D46-818C-19B621C783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EA087F-3060-4872-B4A9-C093A32267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6FDDB7B-301D-4684-B017-A3D2499E70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87F939-7A05-43F0-A8B2-103EB58ABC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014C3C-A1DB-45B6-9FBB-8E0684E79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A208F2-7793-4312-9B25-A077CAF490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5077093-10FC-4594-A04D-423DFDFD92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2" y="1111050"/>
            <a:ext cx="2628900" cy="506591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202793-33B7-4B94-B69D-5B07E789E9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3" y="1111050"/>
            <a:ext cx="7734300" cy="506591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F92247-D7FD-4E27-BED4-5D885B09C9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E108BA-378A-4E93-B794-3C53122146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16013B-587E-44BB-AA6E-8216700E95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3E5663-24CD-454F-BAE6-229FE580BE0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5333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234B353-F426-4841-A628-856EF5A5FA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7"/>
            <a:ext cx="9144000" cy="1655763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9B39FD-AF2E-4912-902E-C521A0A933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00E1F9-6347-4E82-859D-AC15FB07FE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3753F3-2776-4AB1-B87E-62AF006E79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EA9357-D12C-4CE9-938B-1041A4EBE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085088"/>
            <a:ext cx="10515600" cy="605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733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52B8F7-A61A-4806-9014-83C68067C1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950720"/>
            <a:ext cx="10515600" cy="3925824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20000"/>
              </a:lnSpc>
              <a:buNone/>
              <a:defRPr sz="2667">
                <a:latin typeface="Microsoft YaHei"/>
                <a:ea typeface="Microsoft YaHei"/>
                <a:cs typeface="Microsoft YaHei"/>
              </a:defRPr>
            </a:lvl1pPr>
            <a:lvl2pPr>
              <a:lnSpc>
                <a:spcPct val="12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lvl2pPr>
            <a:lvl3pPr>
              <a:lnSpc>
                <a:spcPct val="12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lvl3pPr>
            <a:lvl4pPr>
              <a:lnSpc>
                <a:spcPct val="12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lvl4pPr>
            <a:lvl5pPr>
              <a:lnSpc>
                <a:spcPct val="12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B4B01B-96AB-4971-BE3C-B535CDBD24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B14978-67A0-4BB3-858E-9A232369AC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97EB6C-1118-4F14-833E-178AD2CE01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4F3932-83BF-4169-AABD-C51ED86FCC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E445F9-9C15-412C-9081-607F84A593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87972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89CF7E-AF81-4A4F-8116-7C0BBB7639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291D29-5B43-4FEA-8C61-DA1C4B4B42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8EED99-3854-4F78-A815-C346F5E15B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799159-7664-47C9-8D52-B38880DEE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85B944-DDCC-44D0-9D93-25D2C0A1DF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FFD5F39-178D-42C2-8552-6600D1A914F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23B02D4-3E49-442A-86CA-A351665F81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BAC7184-74F5-447B-9737-4FEA331DFC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9FE5F37-908C-4A19-9A22-44364D9979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D94917-3BE4-41D5-B5F3-EFA8A05548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894736"/>
            <a:ext cx="10515600" cy="7959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DE236A-7DE5-4F24-96A3-696AC11865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9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AE8829-AE9B-407B-871D-42EA9C9818D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9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501ED40-6D22-4FFB-BD12-DEB238141D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6332083-4378-4233-A0B8-9741A0CC8A6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BA87DAD-94A7-4C55-8A2A-50EBA0029C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6080DC9-A9ED-4318-B0EF-A3204AACE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359A884-4D26-419C-B67E-D183E2FA82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E531D4-8B53-408A-9DF4-0664EC203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67A9CF8-0A3B-41B2-84D3-04C87E9DFA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57D1331-B563-4EA9-8215-9007559B5F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5651D18-46B0-498A-9048-A56DB3645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1E8A6E7-3A02-4B38-8659-2F316733A0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30198A1-68E6-4ECF-99B9-A9D0056835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EE402CF-1B5E-4AEC-93DE-74648BD256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F2B13A-42B9-4A9F-B367-1E5ACEF7B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38C01D-F476-459B-AA54-295D7095AC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75C9BE3-B900-4DF0-8057-D2953490CD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1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1B3CEED-A1FB-4984-ACCB-29972295D9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8A56B46-6C7B-43A5-A195-81480747E2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462401-14C2-4ABC-AF28-B2A405918A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2CAE82-62D5-4491-966A-B503E9D4D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60065C6-ABF9-468E-A91C-57D8D918FDB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 xmlns:a="http://schemas.openxmlformats.org/drawingml/2006/main">
            <a:r>
              <a:t>将图片拖动到占位符，或单击添加图标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0CD65C4-E62E-4FF6-8F8A-F4CCF3F4C5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1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8D8DD61-62ED-4C03-ACEB-F4B9BDE5B1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8220D24-E406-461D-8697-E512BEE45C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80B2F88-A709-457C-BAA3-BB604910FE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240085-1ADC-444C-A4F7-7EDB8334B0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E0DC00-73EB-4B3A-8C32-43B9F7D318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127AC19-EDC3-4297-8AFC-20B295DBCC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71675F-C48A-45B6-B053-35895BDD9B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FFA556-1C91-46EA-B256-1FAA36AE6B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F76A1CD-4BBB-498B-A84F-0C2AA79843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1111046"/>
            <a:ext cx="2628900" cy="506591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7C5F583-409D-435D-B08D-5EC449636E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1111046"/>
            <a:ext cx="7734300" cy="506591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E7762F-A799-479C-9131-E7024A041C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44F9E1-95FE-490D-911A-6FCD43FC06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D8435E-4DF7-4739-89D1-3F91CE887A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6074a685dd9a40d6" /><Relationship Type="http://schemas.openxmlformats.org/officeDocument/2006/relationships/theme" Target="/ppt/slideMasters/theme/theme2.xml" Id="R126e4973b2024a72" /><Relationship Type="http://schemas.openxmlformats.org/officeDocument/2006/relationships/slideLayout" Target="/ppt/slideLayouts/slideLayout1.xml" Id="R320ba0083822465a" /><Relationship Type="http://schemas.openxmlformats.org/officeDocument/2006/relationships/slideLayout" Target="/ppt/slideLayouts/slideLayout2.xml" Id="R196cf116cd1946aa" /><Relationship Type="http://schemas.openxmlformats.org/officeDocument/2006/relationships/slideLayout" Target="/ppt/slideLayouts/slideLayout3.xml" Id="R8f5022b10a104d7a" /><Relationship Type="http://schemas.openxmlformats.org/officeDocument/2006/relationships/slideLayout" Target="/ppt/slideLayouts/slideLayout4.xml" Id="R7fdd6515515e4a74" /><Relationship Type="http://schemas.openxmlformats.org/officeDocument/2006/relationships/slideLayout" Target="/ppt/slideLayouts/slideLayout5.xml" Id="R96a36d12656a4623" /><Relationship Type="http://schemas.openxmlformats.org/officeDocument/2006/relationships/slideLayout" Target="/ppt/slideLayouts/slideLayout6.xml" Id="Re7465c5538584cf8" /><Relationship Type="http://schemas.openxmlformats.org/officeDocument/2006/relationships/slideLayout" Target="/ppt/slideLayouts/slideLayout7.xml" Id="R4cdac3079de6408b" /><Relationship Type="http://schemas.openxmlformats.org/officeDocument/2006/relationships/slideLayout" Target="/ppt/slideLayouts/slideLayout8.xml" Id="R7afa1be9276b4c42" /><Relationship Type="http://schemas.openxmlformats.org/officeDocument/2006/relationships/slideLayout" Target="/ppt/slideLayouts/slideLayout9.xml" Id="R73df45dbef2f4a02" /><Relationship Type="http://schemas.openxmlformats.org/officeDocument/2006/relationships/slideLayout" Target="/ppt/slideLayouts/slideLayout10.xml" Id="Rd6d80676f0e64a12" /><Relationship Type="http://schemas.openxmlformats.org/officeDocument/2006/relationships/slideLayout" Target="/ppt/slideLayouts/slideLayout11.xml" Id="R1bfe8df629b34d1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2.jpeg" Id="R03c5a19b221c4d19" /><Relationship Type="http://schemas.openxmlformats.org/officeDocument/2006/relationships/theme" Target="/ppt/slideMasters/theme/theme3.xml" Id="Re469ffbb98bf4616" /><Relationship Type="http://schemas.openxmlformats.org/officeDocument/2006/relationships/slideLayout" Target="/ppt/slideLayouts/slideLayout12.xml" Id="R90226574ac534281" /><Relationship Type="http://schemas.openxmlformats.org/officeDocument/2006/relationships/slideLayout" Target="/ppt/slideLayouts/slideLayout13.xml" Id="R626ec8aea3444e85" /><Relationship Type="http://schemas.openxmlformats.org/officeDocument/2006/relationships/slideLayout" Target="/ppt/slideLayouts/slideLayout14.xml" Id="R7d53b1bf91d84e50" /><Relationship Type="http://schemas.openxmlformats.org/officeDocument/2006/relationships/slideLayout" Target="/ppt/slideLayouts/slideLayout15.xml" Id="Rf6763d42024a4029" /><Relationship Type="http://schemas.openxmlformats.org/officeDocument/2006/relationships/slideLayout" Target="/ppt/slideLayouts/slideLayout16.xml" Id="R2f51020518d74911" /><Relationship Type="http://schemas.openxmlformats.org/officeDocument/2006/relationships/slideLayout" Target="/ppt/slideLayouts/slideLayout17.xml" Id="R0ae7eb40ca344684" /><Relationship Type="http://schemas.openxmlformats.org/officeDocument/2006/relationships/slideLayout" Target="/ppt/slideLayouts/slideLayout18.xml" Id="Rf4f5220be73f4892" /><Relationship Type="http://schemas.openxmlformats.org/officeDocument/2006/relationships/slideLayout" Target="/ppt/slideLayouts/slideLayout19.xml" Id="Rcf76882c55e64932" /><Relationship Type="http://schemas.openxmlformats.org/officeDocument/2006/relationships/slideLayout" Target="/ppt/slideLayouts/slideLayout20.xml" Id="R846fa0723b5e4a15" /><Relationship Type="http://schemas.openxmlformats.org/officeDocument/2006/relationships/slideLayout" Target="/ppt/slideLayouts/slideLayout21.xml" Id="R5000ef95db214f2c" /><Relationship Type="http://schemas.openxmlformats.org/officeDocument/2006/relationships/slideLayout" Target="/ppt/slideLayouts/slideLayout22.xml" Id="Ree63f498f1c24bf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2.jpeg" Id="R92b6f71bd64649e0" /><Relationship Type="http://schemas.openxmlformats.org/officeDocument/2006/relationships/theme" Target="/ppt/slideMasters/theme/theme4.xml" Id="Rac0493021d6e415f" /><Relationship Type="http://schemas.openxmlformats.org/officeDocument/2006/relationships/slideLayout" Target="/ppt/slideLayouts/slideLayout23.xml" Id="R017201f51ef74c24" /><Relationship Type="http://schemas.openxmlformats.org/officeDocument/2006/relationships/slideLayout" Target="/ppt/slideLayouts/slideLayout24.xml" Id="R7f13a57d29454090" /><Relationship Type="http://schemas.openxmlformats.org/officeDocument/2006/relationships/slideLayout" Target="/ppt/slideLayouts/slideLayout25.xml" Id="R8a0dee5eaf524689" /><Relationship Type="http://schemas.openxmlformats.org/officeDocument/2006/relationships/slideLayout" Target="/ppt/slideLayouts/slideLayout26.xml" Id="R7cfdf57bceb148e5" /><Relationship Type="http://schemas.openxmlformats.org/officeDocument/2006/relationships/slideLayout" Target="/ppt/slideLayouts/slideLayout27.xml" Id="Rff43c03403cf488d" /><Relationship Type="http://schemas.openxmlformats.org/officeDocument/2006/relationships/slideLayout" Target="/ppt/slideLayouts/slideLayout28.xml" Id="Rc4bdb442c66c4ebb" /><Relationship Type="http://schemas.openxmlformats.org/officeDocument/2006/relationships/slideLayout" Target="/ppt/slideLayouts/slideLayout29.xml" Id="R6d22c7ad4d7c4c9d" /><Relationship Type="http://schemas.openxmlformats.org/officeDocument/2006/relationships/slideLayout" Target="/ppt/slideLayouts/slideLayout30.xml" Id="Rf253ccd208bf4447" /><Relationship Type="http://schemas.openxmlformats.org/officeDocument/2006/relationships/slideLayout" Target="/ppt/slideLayouts/slideLayout31.xml" Id="Rd626ec9437bf4c38" /><Relationship Type="http://schemas.openxmlformats.org/officeDocument/2006/relationships/slideLayout" Target="/ppt/slideLayouts/slideLayout32.xml" Id="Raced8db1524144d5" /><Relationship Type="http://schemas.openxmlformats.org/officeDocument/2006/relationships/slideLayout" Target="/ppt/slideLayouts/slideLayout33.xml" Id="Reb39e790a3534352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074a685dd9a40d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9D9E6-09FC-4C20-877C-5F0E2A51F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>
            <a:endParaRPr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D7D2C99C-24F5-4957-BA1E-2D40146DA7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E06656CA-13A0-4512-A951-E5A5EFECCE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78344704-09B4-40E9-A2E3-DF51BFE3D0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68EE4A7-0F28-418D-881C-1CAC31CE0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0ba0083822465a"/>
    <p:sldLayoutId xmlns:r="http://schemas.openxmlformats.org/officeDocument/2006/relationships" id="2147483650" r:id="R196cf116cd1946aa"/>
    <p:sldLayoutId xmlns:r="http://schemas.openxmlformats.org/officeDocument/2006/relationships" id="2147483651" r:id="R8f5022b10a104d7a"/>
    <p:sldLayoutId xmlns:r="http://schemas.openxmlformats.org/officeDocument/2006/relationships" id="2147483652" r:id="R7fdd6515515e4a74"/>
    <p:sldLayoutId xmlns:r="http://schemas.openxmlformats.org/officeDocument/2006/relationships" id="2147483653" r:id="R96a36d12656a4623"/>
    <p:sldLayoutId xmlns:r="http://schemas.openxmlformats.org/officeDocument/2006/relationships" id="2147483654" r:id="Re7465c5538584cf8"/>
    <p:sldLayoutId xmlns:r="http://schemas.openxmlformats.org/officeDocument/2006/relationships" id="2147483655" r:id="R4cdac3079de6408b"/>
    <p:sldLayoutId xmlns:r="http://schemas.openxmlformats.org/officeDocument/2006/relationships" id="2147483656" r:id="R7afa1be9276b4c42"/>
    <p:sldLayoutId xmlns:r="http://schemas.openxmlformats.org/officeDocument/2006/relationships" id="2147483657" r:id="R73df45dbef2f4a02"/>
    <p:sldLayoutId xmlns:r="http://schemas.openxmlformats.org/officeDocument/2006/relationships" id="2147483658" r:id="Rd6d80676f0e64a12"/>
    <p:sldLayoutId xmlns:r="http://schemas.openxmlformats.org/officeDocument/2006/relationships" id="2147483659" r:id="R1bfe8df629b34d1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3c5a19b221c4d1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1CEE243-FEFB-4B1E-A84E-05645CD623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097280"/>
            <a:ext cx="10515600" cy="593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7C3F0C-08ED-4A79-95CD-4D4DC00788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1327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7336F4-753C-4031-BD9D-2489D7345EA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BB0513-A65B-4D74-AD8D-D25BC918D9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3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0FD1FF-0233-46EA-8CD6-0C00B9DD17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0226574ac534281"/>
    <p:sldLayoutId xmlns:r="http://schemas.openxmlformats.org/officeDocument/2006/relationships" id="2147483662" r:id="R626ec8aea3444e85"/>
    <p:sldLayoutId xmlns:r="http://schemas.openxmlformats.org/officeDocument/2006/relationships" id="2147483663" r:id="R7d53b1bf91d84e50"/>
    <p:sldLayoutId xmlns:r="http://schemas.openxmlformats.org/officeDocument/2006/relationships" id="2147483664" r:id="Rf6763d42024a4029"/>
    <p:sldLayoutId xmlns:r="http://schemas.openxmlformats.org/officeDocument/2006/relationships" id="2147483665" r:id="R2f51020518d74911"/>
    <p:sldLayoutId xmlns:r="http://schemas.openxmlformats.org/officeDocument/2006/relationships" id="2147483666" r:id="R0ae7eb40ca344684"/>
    <p:sldLayoutId xmlns:r="http://schemas.openxmlformats.org/officeDocument/2006/relationships" id="2147483667" r:id="Rf4f5220be73f4892"/>
    <p:sldLayoutId xmlns:r="http://schemas.openxmlformats.org/officeDocument/2006/relationships" id="2147483668" r:id="Rcf76882c55e64932"/>
    <p:sldLayoutId xmlns:r="http://schemas.openxmlformats.org/officeDocument/2006/relationships" id="2147483669" r:id="R846fa0723b5e4a15"/>
    <p:sldLayoutId xmlns:r="http://schemas.openxmlformats.org/officeDocument/2006/relationships" id="2147483670" r:id="R5000ef95db214f2c"/>
    <p:sldLayoutId xmlns:r="http://schemas.openxmlformats.org/officeDocument/2006/relationships" id="2147483671" r:id="Ree63f498f1c24bfd"/>
  </p:sldLayoutIdLst>
  <p:txStyles>
    <p:titleStyle>
      <a:lvl1pPr xmlns:a="http://schemas.openxmlformats.org/drawingml/2006/main" algn="l" defTabSz="914310">
        <a:lnSpc>
          <a:spcPct val="90000"/>
        </a:lnSpc>
        <a:spcBef>
          <a:spcPct val="0"/>
        </a:spcBef>
        <a:buNone/>
        <a:defRPr sz="3733" b="1" kern="1200">
          <a:solidFill>
            <a:srgbClr val="0070C0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577" indent="-228577" algn="l" defTabSz="914310">
        <a:lnSpc>
          <a:spcPct val="120000"/>
        </a:lnSpc>
        <a:spcBef>
          <a:spcPts val="1000"/>
        </a:spcBef>
        <a:buFont typeface="Arial"/>
        <a:buChar char="•"/>
        <a:defRPr sz="2667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734" indent="-228577" algn="l" defTabSz="914310">
        <a:lnSpc>
          <a:spcPct val="12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2889" indent="-228577" algn="l" defTabSz="914310">
        <a:lnSpc>
          <a:spcPct val="12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043" indent="-228577" algn="l" defTabSz="914310">
        <a:lnSpc>
          <a:spcPct val="12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198" indent="-228577" algn="l" defTabSz="914310">
        <a:lnSpc>
          <a:spcPct val="12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353" indent="-228577" algn="l" defTabSz="91431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508" indent="-228577" algn="l" defTabSz="91431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664" indent="-228577" algn="l" defTabSz="91431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5819" indent="-228577" algn="l" defTabSz="91431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55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10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464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621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778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2930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085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242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b6f71bd64649e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53DEAA6-5431-40A4-9186-9DF2DC80A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097280"/>
            <a:ext cx="10515600" cy="593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9D49D6-162A-49F5-911C-432BE48932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1327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D1A46B-E442-4FD2-A70B-20A4C1089BF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6F6136-9570-4B5F-95AD-5A6B4A8252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6928D0-C659-424A-B4FB-03015F7EF7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017201f51ef74c24"/>
    <p:sldLayoutId xmlns:r="http://schemas.openxmlformats.org/officeDocument/2006/relationships" id="2147483674" r:id="R7f13a57d29454090"/>
    <p:sldLayoutId xmlns:r="http://schemas.openxmlformats.org/officeDocument/2006/relationships" id="2147483675" r:id="R8a0dee5eaf524689"/>
    <p:sldLayoutId xmlns:r="http://schemas.openxmlformats.org/officeDocument/2006/relationships" id="2147483676" r:id="R7cfdf57bceb148e5"/>
    <p:sldLayoutId xmlns:r="http://schemas.openxmlformats.org/officeDocument/2006/relationships" id="2147483677" r:id="Rff43c03403cf488d"/>
    <p:sldLayoutId xmlns:r="http://schemas.openxmlformats.org/officeDocument/2006/relationships" id="2147483678" r:id="Rc4bdb442c66c4ebb"/>
    <p:sldLayoutId xmlns:r="http://schemas.openxmlformats.org/officeDocument/2006/relationships" id="2147483679" r:id="R6d22c7ad4d7c4c9d"/>
    <p:sldLayoutId xmlns:r="http://schemas.openxmlformats.org/officeDocument/2006/relationships" id="2147483680" r:id="Rf253ccd208bf4447"/>
    <p:sldLayoutId xmlns:r="http://schemas.openxmlformats.org/officeDocument/2006/relationships" id="2147483681" r:id="Rd626ec9437bf4c38"/>
    <p:sldLayoutId xmlns:r="http://schemas.openxmlformats.org/officeDocument/2006/relationships" id="2147483682" r:id="Raced8db1524144d5"/>
    <p:sldLayoutId xmlns:r="http://schemas.openxmlformats.org/officeDocument/2006/relationships" id="2147483683" r:id="Reb39e790a3534352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3733" b="1" kern="1200">
          <a:solidFill>
            <a:srgbClr val="0070C0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594" indent="-228594" algn="l" defTabSz="914377">
        <a:lnSpc>
          <a:spcPct val="120000"/>
        </a:lnSpc>
        <a:spcBef>
          <a:spcPts val="1000"/>
        </a:spcBef>
        <a:buFont typeface="Arial"/>
        <a:buChar char="•"/>
        <a:defRPr sz="2667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783" indent="-228594" algn="l" defTabSz="914377">
        <a:lnSpc>
          <a:spcPct val="12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2971" indent="-228594" algn="l" defTabSz="914377">
        <a:lnSpc>
          <a:spcPct val="12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160" indent="-228594" algn="l" defTabSz="914377">
        <a:lnSpc>
          <a:spcPct val="12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349" indent="-228594" algn="l" defTabSz="914377">
        <a:lnSpc>
          <a:spcPct val="12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2b2d39deee0c429d" /><Relationship Type="http://schemas.openxmlformats.org/officeDocument/2006/relationships/image" Target="/ppt/media/image3.jpeg" Id="Rbfccaf32763944ad" /><Relationship Type="http://schemas.openxmlformats.org/officeDocument/2006/relationships/image" Target="/ppt/media/image.png" Id="R0a8d15423a7b4e50" /><Relationship Type="http://schemas.openxmlformats.org/officeDocument/2006/relationships/notesSlide" Target="/ppt/notesSlides/notesSlide1.xml" Id="R12a18a62a28644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310773b09ba4cfa" /><Relationship Type="http://schemas.openxmlformats.org/officeDocument/2006/relationships/notesSlide" Target="/ppt/notesSlides/notesSlide2.xml" Id="R83321ebcd95c40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611a00a19284ba7" /><Relationship Type="http://schemas.openxmlformats.org/officeDocument/2006/relationships/notesSlide" Target="/ppt/notesSlides/notesSlide3.xml" Id="R0cb63dec0d524a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205c52be27747f7" /><Relationship Type="http://schemas.openxmlformats.org/officeDocument/2006/relationships/notesSlide" Target="/ppt/notesSlides/notesSlide4.xml" Id="Re146a2e85ab24f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bea7173971c4103" /><Relationship Type="http://schemas.openxmlformats.org/officeDocument/2006/relationships/notesSlide" Target="/ppt/notesSlides/notesSlide5.xml" Id="R477c7f49c0484a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9eed229926a4f55" /><Relationship Type="http://schemas.openxmlformats.org/officeDocument/2006/relationships/notesSlide" Target="/ppt/notesSlides/notesSlide6.xml" Id="R712e1b01d5b447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5ee8f613f124ef3" /><Relationship Type="http://schemas.openxmlformats.org/officeDocument/2006/relationships/notesSlide" Target="/ppt/notesSlides/notesSlide7.xml" Id="Rbe89605be8f843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cfd5800d20c4d2d" /><Relationship Type="http://schemas.openxmlformats.org/officeDocument/2006/relationships/image" Target="/ppt/media/image4.jpeg" Id="R13aea67b69404625" /><Relationship Type="http://schemas.openxmlformats.org/officeDocument/2006/relationships/image" Target="/ppt/media/image2.png" Id="Rb4dec25e448b48a1" /><Relationship Type="http://schemas.openxmlformats.org/officeDocument/2006/relationships/notesSlide" Target="/ppt/notesSlides/notesSlide8.xml" Id="R298f2f8323da408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fccaf32763944a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6FA24DE4-30B3-425C-AC2A-F7AD85B18B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d15423a7b4e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877" y="399674"/>
            <a:ext cx="3600451" cy="9001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CCD628D-985C-9E4D-830F-860B9D9CCF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9640" y="944880"/>
            <a:ext cx="10332720" cy="256508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t>My School Day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42425EB-1F30-1065-6A4E-2C83E20D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4169" y="3665180"/>
            <a:ext cx="12192000" cy="1310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914354">
              <a:lnSpc>
                <a:spcPct val="150000"/>
              </a:lnSpc>
              <a:buClrTx/>
              <a:buNone/>
            </a:pPr>
            <a:r>
              <a:rPr sz="2667">
                <a:solidFill>
                  <a:srgbClr val="4472C4">
                    <a:lumMod val="75000"/>
                  </a:srgbClr>
                </a:solidFill>
                <a:latin typeface="Microsoft YaHei"/>
                <a:ea typeface="Microsoft YaHei"/>
                <a:cs typeface="Microsoft YaHei"/>
              </a:rPr>
              <a:t>五年级英语阅读课</a:t>
            </a:r>
            <a:endParaRPr sz="2667" kern="1200">
              <a:solidFill>
                <a:srgbClr val="4472C4">
                  <a:lumMod val="75000"/>
                </a:srgbClr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 defTabSz="914354">
              <a:lnSpc>
                <a:spcPct val="150000"/>
              </a:lnSpc>
              <a:buClrTx/>
              <a:buNone/>
            </a:pPr>
            <a:fld id="{012A447C-427B-CEB6-75E9-DAAA603C3CA9}" type="datetime2">
              <a:rPr sz="2667">
                <a:solidFill>
                  <a:srgbClr val="4472C4">
                    <a:lumMod val="75000"/>
                  </a:srgbClr>
                </a:solidFill>
                <a:latin typeface="Microsoft YaHei"/>
                <a:ea typeface="Microsoft YaHei"/>
                <a:cs typeface="Microsoft YaHei"/>
              </a:rPr>
              <a:t>教学案例示例</a:t>
            </a:fld>
            <a:endParaRPr sz="2667" kern="1200">
              <a:solidFill>
                <a:srgbClr val="4472C4">
                  <a:lumMod val="75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4C1A82C-6E6D-A715-42E8-82A12708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3" y="224249"/>
            <a:ext cx="6125883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914134">
              <a:buClrTx/>
              <a:buNone/>
            </a:pPr>
            <a:r>
              <a:rPr sz="32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课堂教学案例</a:t>
            </a:r>
            <a:endParaRPr sz="3200" b="1" kern="1200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616958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13FDC-77F4-4F6C-9B8F-C49DA61A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今天的学习任务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468F0-CF10-498A-9B50-2AA299F2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从短文找到Lily的作息时间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987C9-A4EE-4E5E-8558-53336BC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用“I … at …”介绍自己的两项活动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02851-BC24-4756-A954-2E34C024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听同伴介绍，并提出一个问题</a:t>
            </a:r>
          </a:p>
        </p:txBody>
      </p:sp>
    </p:spTree>
    <p:extLst>
      <p:ext uri="{BB962C8B-B14F-4D97-AF65-F5344CB8AC3E}">
        <p14:creationId xmlns:p14="http://schemas.microsoft.com/office/powerpoint/2010/main" val="33282558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C62CA-643F-44CD-8BF1-26FA391B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Lily’s morning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851D4-18A7-4817-8156-E3FCD84B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Hello! My name is Lily. I am eleven years old.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BB96B-09E8-4C0D-A79A-61031786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I get up at seven and have breakfast at seven thirty.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FAC58-650C-4130-A82D-C652069D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I go to school at eight. We have English and maths in the morning.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39A84-E7B9-445A-B8B9-9CB4C390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My favourite subject is English. I like reading stories.</a:t>
            </a:r>
          </a:p>
        </p:txBody>
      </p:sp>
    </p:spTree>
    <p:extLst>
      <p:ext uri="{BB962C8B-B14F-4D97-AF65-F5344CB8AC3E}">
        <p14:creationId xmlns:p14="http://schemas.microsoft.com/office/powerpoint/2010/main" val="3328255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2AE33-7597-4866-9326-3D8F3F65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Lily’s afternoon and evening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3F01B-5657-4D94-8B3A-6935629D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At twelve, I have lunch at school. In the afternoon, we have PE.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6A346-8F65-4F44-813C-5A49980A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I play with my friends in the playground.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7C501-B19F-49F5-965B-9CA54440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After school, I read a book in the library. Then I go home and do my homework.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EF285-B0DC-4A42-AD40-9EE12222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I go to bed at nine. I like my school day.</a:t>
            </a:r>
          </a:p>
        </p:txBody>
      </p:sp>
    </p:spTree>
    <p:extLst>
      <p:ext uri="{BB962C8B-B14F-4D97-AF65-F5344CB8AC3E}">
        <p14:creationId xmlns:p14="http://schemas.microsoft.com/office/powerpoint/2010/main" val="3328255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9A620-9656-401D-8007-F83EDE40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Words in the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95A5D-58B8-401B-ACD9-F348AC83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get up 起床　　have breakfast 吃早餐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0D592-352E-412A-843A-880BF94B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go to school 去上学　　playground 操场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FF0D5-25A4-453F-A2AF-8F04E7FB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library 图书馆　　homework 家庭作业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2A325-BEC8-4951-92B2-074DDDF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Choose one phrase. Say a true sentence about your day.</a:t>
            </a:r>
          </a:p>
        </p:txBody>
      </p:sp>
    </p:spTree>
    <p:extLst>
      <p:ext uri="{BB962C8B-B14F-4D97-AF65-F5344CB8AC3E}">
        <p14:creationId xmlns:p14="http://schemas.microsoft.com/office/powerpoint/2010/main" val="33282558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FAC63-A0BB-44FE-B208-D68D26A3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Read and find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DC11B-B65A-4B30-9AC7-A9EF4510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What time does Lily get up?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216EE-62D5-46E9-B591-84EFE4A6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Where does Lily have lunch?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3A077-7613-465C-847E-47EADFA5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What does Lily do in the library?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EF608-419F-439C-9BEC-8E7B8F28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Point to the sentence that helps you.</a:t>
            </a:r>
          </a:p>
        </p:txBody>
      </p:sp>
    </p:spTree>
    <p:extLst>
      <p:ext uri="{BB962C8B-B14F-4D97-AF65-F5344CB8AC3E}">
        <p14:creationId xmlns:p14="http://schemas.microsoft.com/office/powerpoint/2010/main" val="33282558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0130B-883F-4424-B184-261ABCDF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My day and your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A37F0-CB18-448F-AA43-7897C6F0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I get up at __. I go to school at __.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DF5A4-5927-4D7C-9B56-B9D3BC24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I … at 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BF78F-B43A-4D75-A2BA-645C0B8E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What time do you …?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1F94C-47FA-4D62-BB16-4364D73D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Write two true sentences. Read them to a friend.</a:t>
            </a:r>
          </a:p>
        </p:txBody>
      </p:sp>
    </p:spTree>
    <p:extLst>
      <p:ext uri="{BB962C8B-B14F-4D97-AF65-F5344CB8AC3E}">
        <p14:creationId xmlns:p14="http://schemas.microsoft.com/office/powerpoint/2010/main" val="3328255833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3aea67b6940462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A47FE360-720C-4BE8-926A-5CEF522484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ec25e448b48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5716" y="5540351"/>
            <a:ext cx="3600451" cy="898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E78995C8-7FD7-42B9-9DC4-9DE5D1FC2D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5867"/>
              <a:t>My school day</a:t>
            </a:r>
          </a:p>
          <a:p xmlns:a="http://schemas.openxmlformats.org/drawingml/2006/main">
            <a:r>
              <a:rPr sz="5867"/>
              <a:t>I … at …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606B8E2-ACD3-4292-AF08-0C29DB4B59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90840" y="4790257"/>
            <a:ext cx="4201160" cy="1500187"/>
          </a:xfrm>
        </p:spPr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课堂表达与交流</a:t>
            </a:r>
            <a:endParaRPr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113129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2026-10-21T15:30:19.4290000Z</dcterms:created>
  <dcterms:modified xsi:type="dcterms:W3CDTF">2026-10-21T15:30:19.4290000Z</dcterms:modified>
</coreProperties>
</file>