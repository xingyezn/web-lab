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b01f2fb9794c60" /><Relationship Type="http://schemas.openxmlformats.org/officeDocument/2006/relationships/extended-properties" Target="/docProps/app.xml" Id="R0c6478a464f841e8" /><Relationship Type="http://schemas.openxmlformats.org/officeDocument/2006/relationships/officeDocument" Target="/ppt/presentation.xml" Id="Rb10e88f3bed740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cb4c79a4504106"/>
    <p:sldMasterId xmlns:r="http://schemas.openxmlformats.org/officeDocument/2006/relationships" id="2147483660" r:id="R703468bd875c4f73"/>
    <p:sldMasterId xmlns:r="http://schemas.openxmlformats.org/officeDocument/2006/relationships" id="2147483672" r:id="R60851da075004c0a"/>
  </p:sldMasterIdLst>
  <p:notesMasterIdLst>
    <p:notesMasterId xmlns:r="http://schemas.openxmlformats.org/officeDocument/2006/relationships" r:id="R029da592161c46ba"/>
  </p:notesMasterIdLst>
  <p:sldIdLst>
    <p:sldId xmlns:r="http://schemas.openxmlformats.org/officeDocument/2006/relationships" id="256" r:id="R0268db48cf5e4aa1"/>
    <p:sldId xmlns:r="http://schemas.openxmlformats.org/officeDocument/2006/relationships" id="257" r:id="R115b941f7df94fa8"/>
    <p:sldId xmlns:r="http://schemas.openxmlformats.org/officeDocument/2006/relationships" id="258" r:id="Rafa2c0e24fd34b8c"/>
    <p:sldId xmlns:r="http://schemas.openxmlformats.org/officeDocument/2006/relationships" id="259" r:id="Rb10919b73a4f4b12"/>
    <p:sldId xmlns:r="http://schemas.openxmlformats.org/officeDocument/2006/relationships" id="260" r:id="Rb13d914df5684778"/>
    <p:sldId xmlns:r="http://schemas.openxmlformats.org/officeDocument/2006/relationships" id="261" r:id="Re8bc3a1c6e824818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74ce91b77444ff" /><Relationship Type="http://schemas.openxmlformats.org/officeDocument/2006/relationships/slideMaster" Target="/ppt/slideMasters/slideMaster1.xml" Id="Rb2cb4c79a4504106" /><Relationship Type="http://schemas.openxmlformats.org/officeDocument/2006/relationships/slideMaster" Target="/ppt/slideMasters/slideMaster2.xml" Id="R703468bd875c4f73" /><Relationship Type="http://schemas.openxmlformats.org/officeDocument/2006/relationships/slideMaster" Target="/ppt/slideMasters/slideMaster3.xml" Id="R60851da075004c0a" /><Relationship Type="http://schemas.openxmlformats.org/officeDocument/2006/relationships/notesMaster" Target="/ppt/notesMasters/notesMaster1.xml" Id="R029da592161c46ba" /><Relationship Type="http://schemas.openxmlformats.org/officeDocument/2006/relationships/presProps" Target="/ppt/presProps.xml" Id="R1e6103de0cda4084" /><Relationship Type="http://schemas.openxmlformats.org/officeDocument/2006/relationships/viewProps" Target="/ppt/viewProps.xml" Id="Rcf207eb0f27a4e85" /><Relationship Type="http://schemas.openxmlformats.org/officeDocument/2006/relationships/tableStyles" Target="/ppt/tableStyles.xml" Id="R0bcbcb416dbf488a" /><Relationship Type="http://schemas.openxmlformats.org/officeDocument/2006/relationships/slide" Target="/ppt/slides/slide1.xml" Id="R0268db48cf5e4aa1" /><Relationship Type="http://schemas.openxmlformats.org/officeDocument/2006/relationships/slide" Target="/ppt/slides/slide2.xml" Id="R115b941f7df94fa8" /><Relationship Type="http://schemas.openxmlformats.org/officeDocument/2006/relationships/slide" Target="/ppt/slides/slide3.xml" Id="Rafa2c0e24fd34b8c" /><Relationship Type="http://schemas.openxmlformats.org/officeDocument/2006/relationships/slide" Target="/ppt/slides/slide4.xml" Id="Rb10919b73a4f4b12" /><Relationship Type="http://schemas.openxmlformats.org/officeDocument/2006/relationships/slide" Target="/ppt/slides/slide5.xml" Id="Rb13d914df5684778" /><Relationship Type="http://schemas.openxmlformats.org/officeDocument/2006/relationships/slide" Target="/ppt/slides/slide6.xml" Id="Re8bc3a1c6e82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75f087dee7d43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5ed69780f140ed" /><Relationship Type="http://schemas.openxmlformats.org/officeDocument/2006/relationships/notesMaster" Target="/ppt/notesMasters/notesMaster1.xml" Id="Rf248ade051884f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e012cf9f3d480c" /><Relationship Type="http://schemas.openxmlformats.org/officeDocument/2006/relationships/notesMaster" Target="/ppt/notesMasters/notesMaster1.xml" Id="R5d465dbc43d448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434eb1bd5e4bb3" /><Relationship Type="http://schemas.openxmlformats.org/officeDocument/2006/relationships/notesMaster" Target="/ppt/notesMasters/notesMaster1.xml" Id="Rf07a44ae3fc64f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4f73d63d3b4c96" /><Relationship Type="http://schemas.openxmlformats.org/officeDocument/2006/relationships/notesMaster" Target="/ppt/notesMasters/notesMaster1.xml" Id="R15ad3f22df384b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14201839254bfd" /><Relationship Type="http://schemas.openxmlformats.org/officeDocument/2006/relationships/notesMaster" Target="/ppt/notesMasters/notesMaster1.xml" Id="Rac2e5169135941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90e742f5b4f35" /><Relationship Type="http://schemas.openxmlformats.org/officeDocument/2006/relationships/notesMaster" Target="/ppt/notesMasters/notesMaster1.xml" Id="Ra6efd77bbc374a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小学低年级30分钟活动示例。古诗原文为公共领域作品。注释使用常见课堂解释，不虚构创作背景。朗读时教师示范并核对本班教材版本。初中迁移可比较其他月夜诗歌，要求依据诗句说明意象与情感。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小学低年级30分钟活动示例。古诗原文为公共领域作品。注释使用常见课堂解释，不虚构创作背景。朗读时教师示范并核对本班教材版本。初中迁移可比较其他月夜诗歌，要求依据诗句说明意象与情感。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小学低年级30分钟活动示例。古诗原文为公共领域作品。注释使用常见课堂解释，不虚构创作背景。朗读时教师示范并核对本班教材版本。初中迁移可比较其他月夜诗歌，要求依据诗句说明意象与情感。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小学低年级30分钟活动示例。古诗原文为公共领域作品。注释使用常见课堂解释，不虚构创作背景。朗读时教师示范并核对本班教材版本。初中迁移可比较其他月夜诗歌，要求依据诗句说明意象与情感。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小学低年级30分钟活动示例。古诗原文为公共领域作品。注释使用常见课堂解释，不虚构创作背景。朗读时教师示范并核对本班教材版本。初中迁移可比较其他月夜诗歌，要求依据诗句说明意象与情感。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小学低年级30分钟活动示例。古诗原文为公共领域作品。注释使用常见课堂解释，不虚构创作背景。朗读时教师示范并核对本班教材版本。初中迁移可比较其他月夜诗歌，要求依据诗句说明意象与情感。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74bc91fec47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95d047cbb4b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c7fa99a3d4b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51e19a08c4a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f1f5dd79542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06fc4bda842c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c0e98b1a8495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0ab34456844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3a739c4c5428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981a7622e4dd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7d3f3bc664e0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6151564c890413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8694838bc2d45f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6ea7f296fc4c2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a64099ac5e8401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56890ae5074cb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0b641880944aa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21279aa9c444d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12520eb0e946b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4bf2c4d2bef42c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c27c0be4d846f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90895e4756464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8dcc1711cdc47b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52adf7389b4ee6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8aedaaddb90442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27d5845be554bd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e5ce4ddc8424b7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6d7974a517a438a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ad108815d1a411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093e79f47504cc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5fde3275188420b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f690da78ec1454a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2e786beb2cd44e2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396E5EE-68DE-4370-9B6B-1C0BAC80DF3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D9C7BCAA-2201-41BF-8223-B6D9BDC800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6B9ABC85-355B-4677-8EA5-BBADED7A05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D8EB5C88-FC78-4DB5-AFE7-9E73E67F6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270BD0D8-47B0-4D58-8B3D-E6E333EAE7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BAF2D1BB-0FD3-495F-AEA4-EC282CE12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99B54D69-FAAA-4B56-ACCB-F87B5EBAAF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0F2C616A-F8AD-4C0E-96C8-A9969721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2E8EB9E5-28D7-4720-AB43-C93BF4D568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07BC35ED-4CCF-4C08-BD97-525C1545A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894CD291-A789-47AF-9322-79B70AA89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43CB3394-952E-4062-BE12-1B5D8C8F63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8F4DFC8D-1121-49EB-A045-C422599625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0CD684B1-1747-4F26-9E3C-2DBD85E752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B4748813-16D3-405C-9DE8-543AA63029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3A68FA9E-F79F-467B-B2EF-D7B8D26D5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88FBA2C5-3682-452E-852F-1FE50EE01E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AF672973-CD6D-44DA-8B06-67239D18A8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715F087D-FF62-4FFD-8954-CCD4F88EEA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8A44C279-5BE6-46B1-A129-82D9B50579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0668AA1C-6C15-4282-A2C2-3A9FCE83B7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C64C671-0DF3-4DC9-94B2-4C8434E13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74DBF3BE-D210-4641-8972-FD69A48DBA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55959F74-C428-41DF-B0D8-0E18CD78B8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A15816D-B3C0-4ADF-BDAB-62FD552728D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>
            <a:endParaRPr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10B2B4A-8FDD-4575-9CA0-880363BD2EF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2362C47-D4AB-48BB-AD35-1FEE524830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D64B6BB-10C8-482C-9E16-CBA702618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C136720-1FEE-4886-90DA-4DB8FCEE76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A8FEAFAE-09AD-4DC9-B101-684297FF2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A8482FC2-5729-49E5-AF6C-B40147F753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8B932152-8041-41F4-86E4-96E9E02B3F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E19B2DF3-A369-47E8-936E-5ABF2AB19A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38C71E73-7317-4F49-AB2C-CFFEC19E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2F8E6AAB-D24D-464F-B598-B56AB64F07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5D97ECE7-AFE8-435C-9ED0-28B2A0B3A9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016B0176-D82F-4C3C-9D87-B863A55811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616DAC9C-9D9D-4C15-A8A7-7409286EE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3999E640-287C-475F-96B1-FA51C4F52E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C862689D-DDBD-4B83-A45B-02AE6CDBDD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ED3B1757-4B29-4160-B04D-551542DF46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B12ECC97-7FA6-4CBC-81CC-3B0281F148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F868F68A-0123-467D-9C34-079667B94D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0CE2D132-0710-435B-92B1-726F3C03ECA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6A6DDFA0-DFB4-47D3-8D3E-6E55D17CFD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6679FD2F-D681-4A82-AD10-15C7416216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CFCA8818-0E49-4222-8B60-B81A95222E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A40340-2152-4806-8A1C-F606341316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DFFD54BE-88BD-4D5E-92CD-57A527F0A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FA7371F7-86A3-4E30-96F5-FC9CE97F3B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2E84DFAF-0841-40E2-A40E-E8E54BA290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55B377A-A7C8-46D5-A23B-2200A06B28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63CA9ADF-71B7-4509-98F3-995C6FCDD7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5FBD0DC0-B522-4868-87FB-D2DBBA4D34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27BB7FA-2FC6-4C52-8044-6943DDCA2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852845A2-8894-4A92-8775-D164AB15A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DF30F688-5687-4A09-BCE6-F5319B2757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80975349-9C69-48A3-9171-03E61E83C2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C979AC-85F5-46FE-BC06-B1D4A47E9B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3" y="1122364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333" b="1">
                <a:solidFill>
                  <a:srgbClr val="0070C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6B0E51C-BA35-45AC-808F-323DB4D1A9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3" y="3602040"/>
            <a:ext cx="9144000" cy="165576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defRPr>
            </a:lvl1pPr>
            <a:lvl2pPr marL="457155" indent="0" algn="ctr">
              <a:buNone/>
              <a:defRPr sz="2000"/>
            </a:lvl2pPr>
            <a:lvl3pPr marL="914310" indent="0" algn="ctr">
              <a:buNone/>
              <a:defRPr sz="1800"/>
            </a:lvl3pPr>
            <a:lvl4pPr marL="1371464" indent="0" algn="ctr">
              <a:buNone/>
              <a:defRPr sz="1600"/>
            </a:lvl4pPr>
            <a:lvl5pPr marL="1828621" indent="0" algn="ctr">
              <a:buNone/>
              <a:defRPr sz="1600"/>
            </a:lvl5pPr>
            <a:lvl6pPr marL="2285778" indent="0" algn="ctr">
              <a:buNone/>
              <a:defRPr sz="1600"/>
            </a:lvl6pPr>
            <a:lvl7pPr marL="2742930" indent="0" algn="ctr">
              <a:buNone/>
              <a:defRPr sz="1600"/>
            </a:lvl7pPr>
            <a:lvl8pPr marL="3200085" indent="0" algn="ctr">
              <a:buNone/>
              <a:defRPr sz="1600"/>
            </a:lvl8pPr>
            <a:lvl9pPr marL="3657242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3D81A9-99F5-450A-BC03-2324BAF443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903D6B-8487-4926-8114-C27BAB796F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7C016-2A56-4B94-90B9-42A697D8C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D5C26C-1D14-465E-A1BA-7E944FE28C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85088"/>
            <a:ext cx="10515600" cy="605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733" b="1">
                <a:solidFill>
                  <a:srgbClr val="0070C0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5AD05F-61A4-4CAF-8BFD-EB874BB9CB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950720"/>
            <a:ext cx="10515600" cy="3925824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20000"/>
              </a:lnSpc>
              <a:buNone/>
              <a:defRPr sz="2667">
                <a:latin typeface="微软雅黑"/>
                <a:ea typeface="微软雅黑"/>
                <a:cs typeface="微软雅黑"/>
              </a:defRPr>
            </a:lvl1pPr>
            <a:lvl2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3pPr>
            <a:lvl4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4pPr>
            <a:lvl5pPr>
              <a:lnSpc>
                <a:spcPct val="120000"/>
              </a:lnSpc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017F17-EED0-4631-8B16-FEE4C433B7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D0975-2DD8-4148-BE22-610287333B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A57BDA-4C9F-41A9-9C35-C51C0C43EE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14E821-1F3D-432C-B42D-E4F109879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03A6E8-3814-42B9-A70F-F6333480A2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87972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5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1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2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7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0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24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EE41AB-7F45-4C85-A340-4ED831EFD8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1E3027-EB8C-4453-B275-DB9F8182F8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97C5A4-FC42-4686-88CF-BE0FB64519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192AA9-E635-46EE-ABEB-CE95AA974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570A0A6-4D86-49B9-B285-F95050E534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3DF26EE-CE9C-4740-AAB9-EDCC2A071E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9E4AFFC-12FE-4C07-8CEA-99F2D6F979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752AAEB-66A6-4552-974F-B230CC278B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693316A-048B-4DBD-8A6E-37587511C1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460034-7198-45FC-8E54-A3ABBAF78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894736"/>
            <a:ext cx="10515600" cy="7959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2C2D74-570A-4B43-9199-C16DCE6449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55" indent="0">
              <a:buNone/>
              <a:defRPr sz="2000" b="1"/>
            </a:lvl2pPr>
            <a:lvl3pPr marL="914310" indent="0">
              <a:buNone/>
              <a:defRPr sz="1800" b="1"/>
            </a:lvl3pPr>
            <a:lvl4pPr marL="1371464" indent="0">
              <a:buNone/>
              <a:defRPr sz="1600" b="1"/>
            </a:lvl4pPr>
            <a:lvl5pPr marL="1828621" indent="0">
              <a:buNone/>
              <a:defRPr sz="1600" b="1"/>
            </a:lvl5pPr>
            <a:lvl6pPr marL="2285778" indent="0">
              <a:buNone/>
              <a:defRPr sz="1600" b="1"/>
            </a:lvl6pPr>
            <a:lvl7pPr marL="2742930" indent="0">
              <a:buNone/>
              <a:defRPr sz="1600" b="1"/>
            </a:lvl7pPr>
            <a:lvl8pPr marL="3200085" indent="0">
              <a:buNone/>
              <a:defRPr sz="1600" b="1"/>
            </a:lvl8pPr>
            <a:lvl9pPr marL="3657242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A9EF55F-D443-4070-B6E2-2FD188BFF70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8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67F43E9-CB59-4924-BEB6-3E26DAB48C5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3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55" indent="0">
              <a:buNone/>
              <a:defRPr sz="2000" b="1"/>
            </a:lvl2pPr>
            <a:lvl3pPr marL="914310" indent="0">
              <a:buNone/>
              <a:defRPr sz="1800" b="1"/>
            </a:lvl3pPr>
            <a:lvl4pPr marL="1371464" indent="0">
              <a:buNone/>
              <a:defRPr sz="1600" b="1"/>
            </a:lvl4pPr>
            <a:lvl5pPr marL="1828621" indent="0">
              <a:buNone/>
              <a:defRPr sz="1600" b="1"/>
            </a:lvl5pPr>
            <a:lvl6pPr marL="2285778" indent="0">
              <a:buNone/>
              <a:defRPr sz="1600" b="1"/>
            </a:lvl6pPr>
            <a:lvl7pPr marL="2742930" indent="0">
              <a:buNone/>
              <a:defRPr sz="1600" b="1"/>
            </a:lvl7pPr>
            <a:lvl8pPr marL="3200085" indent="0">
              <a:buNone/>
              <a:defRPr sz="1600" b="1"/>
            </a:lvl8pPr>
            <a:lvl9pPr marL="3657242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BFC3587-8FE9-4846-B62B-BFFC3A9FB05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3" y="2505078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049887D-6BE9-437F-BDF7-8533EF384A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BD8B924-438C-4631-9764-5F47D49F47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BEF665E-D1B1-422C-8D4F-CF9EB8392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0292F5-E001-4337-8499-EDA1A095C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7D80CAF-7A31-401B-839C-790D62E13C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785E0A6-4058-4508-9E3D-AF36C0092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4773996-DCBD-49AB-8672-DE0D561B6B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AA18128-AEEE-4C69-B8B1-ED41E4C4BD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DB86AD8-2C73-42AC-A2A9-3B28C1A05C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D0F7ACC-0B7F-42BE-9BA3-5EE65339F1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E3FFC2-B4CE-42CF-99F0-DD245E7DEC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652CD4-B70B-404D-A769-BE7DCB94E3A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30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A8BBB4-7E8E-46A4-9093-84BEFAED1F9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3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55" indent="0">
              <a:buNone/>
              <a:defRPr sz="1400"/>
            </a:lvl2pPr>
            <a:lvl3pPr marL="914310" indent="0">
              <a:buNone/>
              <a:defRPr sz="1200"/>
            </a:lvl3pPr>
            <a:lvl4pPr marL="1371464" indent="0">
              <a:buNone/>
              <a:defRPr sz="1000"/>
            </a:lvl4pPr>
            <a:lvl5pPr marL="1828621" indent="0">
              <a:buNone/>
              <a:defRPr sz="1000"/>
            </a:lvl5pPr>
            <a:lvl6pPr marL="2285778" indent="0">
              <a:buNone/>
              <a:defRPr sz="1000"/>
            </a:lvl6pPr>
            <a:lvl7pPr marL="2742930" indent="0">
              <a:buNone/>
              <a:defRPr sz="1000"/>
            </a:lvl7pPr>
            <a:lvl8pPr marL="3200085" indent="0">
              <a:buNone/>
              <a:defRPr sz="1000"/>
            </a:lvl8pPr>
            <a:lvl9pPr marL="3657242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EEEB244-BAC8-4E8D-86A4-6D4E2CB90F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77DF24-F402-4F34-949F-6E5352FEE6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7B02AEC-64A7-4E62-A0ED-E1EAD168F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02F3AF-F4F8-410E-B743-DF9B42479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F9AF8E7-D702-4635-85B9-A474AF08AB44}"/>
              </a:ext>
            </a:extLst>
          </p:cNvPr>
          <p:cNvSpPr>
            <a:spLocks xmlns:a="http://schemas.openxmlformats.org/drawingml/2006/main" noGrp="1"/>
          </p:cNvSpPr>
          <p:nvPr>
            <p:ph type="pic" idx="1" hasCustomPrompt="1"/>
          </p:nvPr>
        </p:nvSpPr>
        <p:spPr>
          <a:xfrm xmlns:a="http://schemas.openxmlformats.org/drawingml/2006/main">
            <a:off x="5183188" y="987430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155" indent="0">
              <a:buNone/>
              <a:defRPr sz="2800"/>
            </a:lvl2pPr>
            <a:lvl3pPr marL="914310" indent="0">
              <a:buNone/>
              <a:defRPr sz="2400"/>
            </a:lvl3pPr>
            <a:lvl4pPr marL="1371464" indent="0">
              <a:buNone/>
              <a:defRPr sz="2000"/>
            </a:lvl4pPr>
            <a:lvl5pPr marL="1828621" indent="0">
              <a:buNone/>
              <a:defRPr sz="2000"/>
            </a:lvl5pPr>
            <a:lvl6pPr marL="2285778" indent="0">
              <a:buNone/>
              <a:defRPr sz="2000"/>
            </a:lvl6pPr>
            <a:lvl7pPr marL="2742930" indent="0">
              <a:buNone/>
              <a:defRPr sz="2000"/>
            </a:lvl7pPr>
            <a:lvl8pPr marL="3200085" indent="0">
              <a:buNone/>
              <a:defRPr sz="2000"/>
            </a:lvl8pPr>
            <a:lvl9pPr marL="3657242" indent="0">
              <a:buNone/>
              <a:defRPr sz="2000"/>
            </a:lvl9pPr>
          </a:lstStyle>
          <a:p xmlns:a="http://schemas.openxmlformats.org/drawingml/2006/main">
            <a:r>
              <a:t>将图片拖动到占位符，或单击添加图标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7E907D5-AD65-45D8-98DD-F23A374C0D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3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55" indent="0">
              <a:buNone/>
              <a:defRPr sz="1400"/>
            </a:lvl2pPr>
            <a:lvl3pPr marL="914310" indent="0">
              <a:buNone/>
              <a:defRPr sz="1200"/>
            </a:lvl3pPr>
            <a:lvl4pPr marL="1371464" indent="0">
              <a:buNone/>
              <a:defRPr sz="1000"/>
            </a:lvl4pPr>
            <a:lvl5pPr marL="1828621" indent="0">
              <a:buNone/>
              <a:defRPr sz="1000"/>
            </a:lvl5pPr>
            <a:lvl6pPr marL="2285778" indent="0">
              <a:buNone/>
              <a:defRPr sz="1000"/>
            </a:lvl6pPr>
            <a:lvl7pPr marL="2742930" indent="0">
              <a:buNone/>
              <a:defRPr sz="1000"/>
            </a:lvl7pPr>
            <a:lvl8pPr marL="3200085" indent="0">
              <a:buNone/>
              <a:defRPr sz="1000"/>
            </a:lvl8pPr>
            <a:lvl9pPr marL="3657242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592B7C-F8C0-4FEC-98A2-A10923C17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832F684-2C10-4CE7-B41C-6B6D2C2CAA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E38D31-1430-4D50-84DC-735ACF7F6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FB2289-658E-4B3F-8747-4531DCD00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C6227D-45FD-4048-86D2-9EED2472B7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ADB77B-C2D8-4042-BCBB-CC47D5C05A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9DE614-C14A-496C-B6AC-EF22D739C7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462E3C-4FE1-40A9-9EB4-10A749F2F3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580C39-157E-430F-B003-EF1A7015E6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2" y="1111050"/>
            <a:ext cx="26289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FC9B6B-7B27-46B8-A427-2E089FD8B5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3" y="1111050"/>
            <a:ext cx="77343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348986-FA9B-4179-9603-EA21C7027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59615B-2072-47F0-8B0E-AA8B1E6EFB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EB944A-30FC-4128-905F-08430F486E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2A1914-923C-4559-B17D-BCBB624C72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533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A66C51-AFD6-4670-92D2-485ECBB21D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7"/>
            <a:ext cx="9144000" cy="165576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867607-25D1-4D9D-9647-48A519A16B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0494FE-853A-48D0-A6D2-A7D83935F5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A8A143-8716-4B1D-8A84-D71AD8ED6A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1EE7BA-DB08-4A26-9657-B086FD7E1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85088"/>
            <a:ext cx="10515600" cy="6056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733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EC3AC9-D1CD-487D-9C40-821D9B7B4A7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950720"/>
            <a:ext cx="10515600" cy="3925824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20000"/>
              </a:lnSpc>
              <a:buNone/>
              <a:defRPr sz="2667">
                <a:latin typeface="Microsoft YaHei"/>
                <a:ea typeface="Microsoft YaHei"/>
                <a:cs typeface="Microsoft YaHei"/>
              </a:defRPr>
            </a:lvl1pPr>
            <a:lvl2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2pPr>
            <a:lvl3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3pPr>
            <a:lvl4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4pPr>
            <a:lvl5pPr>
              <a:lnSpc>
                <a:spcPct val="120000"/>
              </a:lnSpc>
              <a:buNone/>
              <a:defRPr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8C8CCE-77D4-48BB-BD81-CDA3A58C3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ACB225-A0D2-4D5B-8488-9EF5F1BC6B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DBEA8C-CCB3-4AE9-8AFC-0448846348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6D692C-74AB-44B5-8915-8D713BCB9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738F24-E9E7-43D5-919A-F85AB48340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87972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5E6496-4623-43B6-A006-03A65B395B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85ED72-C62C-4F2C-9946-D55883A98D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4CC85D-4096-4817-A604-101DAEFF6A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F143F5-BEA9-4056-ABA2-EB832CA16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C62D47-A125-4AD1-8680-21FCDC07B2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9A0CB64-EDC2-41E2-812C-F6BFD03B81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025601-AAE3-4B00-81B2-6FDC25F30A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D16B351-6D38-4A4D-87CA-A90A0D49E8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6186396-2A3B-4E09-8072-E9A474A827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46DD7E-2C94-416F-83C5-DBB45DD90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894736"/>
            <a:ext cx="10515600" cy="79595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376E27-6EFB-4B77-B586-457065A016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9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B39EC53-3C18-4407-88A3-8959810F2EE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9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5CDDA0D-ED1E-4CE2-AB85-352E8D50B46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E49CBC3-D559-4CBE-8C26-0E3B680C5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8246A2E-C521-41BC-A785-58ACBA0B8E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B436EF-FD3E-4F3F-9A8E-E136E41D86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5EC874D-11CB-4CB6-8CA6-1CED596D02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ED9158-67B3-4055-870B-29B1BC1A7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7C7B1B4-C5B7-4FB3-93F4-C464F2A14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8E57F76-CA99-45F6-9BC4-130255F4C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7CF5FB2-4955-4EFF-84E9-55C47D8F5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3E3F70C-780C-428E-8148-15D0C0FD5E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8F080F2-333D-4F08-ADEE-4A6819DDC4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25DF0B5-7EA1-468C-B85C-FB01F9D51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32C09F-A5BD-40AE-9CFE-7A7C2255C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D45218E-F1D9-46F6-9947-B589B75792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5DFCE2B-07AB-46D6-9CF8-292FEB87A0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1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671CBB-8DBB-4630-A35D-CB4A578414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05C6D0-3C24-487A-9C91-7DFDBD911B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4E12392-EB45-4A28-A080-EE2FA306F8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509F41-6D07-4B01-B7D0-E8C76212D2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5B82427-109E-4DB9-B692-E4B2A587DCA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6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 xmlns:a="http://schemas.openxmlformats.org/drawingml/2006/main">
            <a:r>
              <a:t>将图片拖动到占位符，或单击添加图标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5064A6-2545-4E90-BD5C-424C6B0FF0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1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427D7B-F967-470E-997C-8954830B22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D0ED572-890B-4559-8AC5-259FEA5300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C1C1D8D-6D8C-43EB-9FD4-7962DF7B8F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2E8278-8550-4A18-BB49-60CB2DC067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142DC5-D4FB-428E-897C-55B0ECD67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DA716C-DBF2-4CA1-A6BF-938028175D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84E035-0F69-464D-BAE7-9B592F8194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50ECEC-340A-4B24-A654-41CCE46549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F2FD582-CC9D-4441-ABE4-9DB3C43B64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1111046"/>
            <a:ext cx="26289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565B55-5622-42C5-B35C-80C6AE6654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1111046"/>
            <a:ext cx="7734300" cy="506591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B2831A-4F81-4CD7-B345-05134E977F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F10FFA-E77C-4A6A-BEB2-EA39D92886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A16404-583D-4CF5-9F44-CAAE6926A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1f07e076c1674336" /><Relationship Type="http://schemas.openxmlformats.org/officeDocument/2006/relationships/theme" Target="/ppt/slideMasters/theme/theme2.xml" Id="R92820ddbac304f8e" /><Relationship Type="http://schemas.openxmlformats.org/officeDocument/2006/relationships/slideLayout" Target="/ppt/slideLayouts/slideLayout1.xml" Id="Rff2d489a0525408e" /><Relationship Type="http://schemas.openxmlformats.org/officeDocument/2006/relationships/slideLayout" Target="/ppt/slideLayouts/slideLayout2.xml" Id="R7935fe595b8e4b5b" /><Relationship Type="http://schemas.openxmlformats.org/officeDocument/2006/relationships/slideLayout" Target="/ppt/slideLayouts/slideLayout3.xml" Id="R4e44c203a004465b" /><Relationship Type="http://schemas.openxmlformats.org/officeDocument/2006/relationships/slideLayout" Target="/ppt/slideLayouts/slideLayout4.xml" Id="Rb63e8dd95168438f" /><Relationship Type="http://schemas.openxmlformats.org/officeDocument/2006/relationships/slideLayout" Target="/ppt/slideLayouts/slideLayout5.xml" Id="R0d020e2c574d44bf" /><Relationship Type="http://schemas.openxmlformats.org/officeDocument/2006/relationships/slideLayout" Target="/ppt/slideLayouts/slideLayout6.xml" Id="R97a5a3c95a7b4385" /><Relationship Type="http://schemas.openxmlformats.org/officeDocument/2006/relationships/slideLayout" Target="/ppt/slideLayouts/slideLayout7.xml" Id="R2146404b91844a02" /><Relationship Type="http://schemas.openxmlformats.org/officeDocument/2006/relationships/slideLayout" Target="/ppt/slideLayouts/slideLayout8.xml" Id="Rdbb26a8e3e9d42d5" /><Relationship Type="http://schemas.openxmlformats.org/officeDocument/2006/relationships/slideLayout" Target="/ppt/slideLayouts/slideLayout9.xml" Id="Ref15fa8f172344d0" /><Relationship Type="http://schemas.openxmlformats.org/officeDocument/2006/relationships/slideLayout" Target="/ppt/slideLayouts/slideLayout10.xml" Id="R1a1fa34a452b4c51" /><Relationship Type="http://schemas.openxmlformats.org/officeDocument/2006/relationships/slideLayout" Target="/ppt/slideLayouts/slideLayout11.xml" Id="R65ffe76030da4bb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jpeg" Id="R233002b0a7d349b6" /><Relationship Type="http://schemas.openxmlformats.org/officeDocument/2006/relationships/theme" Target="/ppt/slideMasters/theme/theme3.xml" Id="R2ada86dc516d46ba" /><Relationship Type="http://schemas.openxmlformats.org/officeDocument/2006/relationships/slideLayout" Target="/ppt/slideLayouts/slideLayout12.xml" Id="Ra6481f5320b2426b" /><Relationship Type="http://schemas.openxmlformats.org/officeDocument/2006/relationships/slideLayout" Target="/ppt/slideLayouts/slideLayout13.xml" Id="R39fd3ab544c54bcf" /><Relationship Type="http://schemas.openxmlformats.org/officeDocument/2006/relationships/slideLayout" Target="/ppt/slideLayouts/slideLayout14.xml" Id="Rd86e3cacabd6472a" /><Relationship Type="http://schemas.openxmlformats.org/officeDocument/2006/relationships/slideLayout" Target="/ppt/slideLayouts/slideLayout15.xml" Id="R54b77b32cacb4032" /><Relationship Type="http://schemas.openxmlformats.org/officeDocument/2006/relationships/slideLayout" Target="/ppt/slideLayouts/slideLayout16.xml" Id="R135a674e3b9543b3" /><Relationship Type="http://schemas.openxmlformats.org/officeDocument/2006/relationships/slideLayout" Target="/ppt/slideLayouts/slideLayout17.xml" Id="R070958ecd41e4053" /><Relationship Type="http://schemas.openxmlformats.org/officeDocument/2006/relationships/slideLayout" Target="/ppt/slideLayouts/slideLayout18.xml" Id="R9f91da8ae3314020" /><Relationship Type="http://schemas.openxmlformats.org/officeDocument/2006/relationships/slideLayout" Target="/ppt/slideLayouts/slideLayout19.xml" Id="R7296c1087f7f43d2" /><Relationship Type="http://schemas.openxmlformats.org/officeDocument/2006/relationships/slideLayout" Target="/ppt/slideLayouts/slideLayout20.xml" Id="R422446827a73408b" /><Relationship Type="http://schemas.openxmlformats.org/officeDocument/2006/relationships/slideLayout" Target="/ppt/slideLayouts/slideLayout21.xml" Id="Raa9ccf041d2d450a" /><Relationship Type="http://schemas.openxmlformats.org/officeDocument/2006/relationships/slideLayout" Target="/ppt/slideLayouts/slideLayout22.xml" Id="R9dca7c7607504a9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jpeg" Id="R419b6806485b41bc" /><Relationship Type="http://schemas.openxmlformats.org/officeDocument/2006/relationships/theme" Target="/ppt/slideMasters/theme/theme4.xml" Id="R9e903c2d4c644d90" /><Relationship Type="http://schemas.openxmlformats.org/officeDocument/2006/relationships/slideLayout" Target="/ppt/slideLayouts/slideLayout23.xml" Id="R92751d3213c04431" /><Relationship Type="http://schemas.openxmlformats.org/officeDocument/2006/relationships/slideLayout" Target="/ppt/slideLayouts/slideLayout24.xml" Id="Ra86dd75c9a874f10" /><Relationship Type="http://schemas.openxmlformats.org/officeDocument/2006/relationships/slideLayout" Target="/ppt/slideLayouts/slideLayout25.xml" Id="Rc09a1b4001014d5f" /><Relationship Type="http://schemas.openxmlformats.org/officeDocument/2006/relationships/slideLayout" Target="/ppt/slideLayouts/slideLayout26.xml" Id="Rea0d0cc2f47c4a43" /><Relationship Type="http://schemas.openxmlformats.org/officeDocument/2006/relationships/slideLayout" Target="/ppt/slideLayouts/slideLayout27.xml" Id="R58abdc44b71f4128" /><Relationship Type="http://schemas.openxmlformats.org/officeDocument/2006/relationships/slideLayout" Target="/ppt/slideLayouts/slideLayout28.xml" Id="R1c9a3131173c44cd" /><Relationship Type="http://schemas.openxmlformats.org/officeDocument/2006/relationships/slideLayout" Target="/ppt/slideLayouts/slideLayout29.xml" Id="Re829aa773c474b06" /><Relationship Type="http://schemas.openxmlformats.org/officeDocument/2006/relationships/slideLayout" Target="/ppt/slideLayouts/slideLayout30.xml" Id="Rc1552cfeee724b11" /><Relationship Type="http://schemas.openxmlformats.org/officeDocument/2006/relationships/slideLayout" Target="/ppt/slideLayouts/slideLayout31.xml" Id="Rcb80123645ab4e17" /><Relationship Type="http://schemas.openxmlformats.org/officeDocument/2006/relationships/slideLayout" Target="/ppt/slideLayouts/slideLayout32.xml" Id="Rbefd66bdc1d14e36" /><Relationship Type="http://schemas.openxmlformats.org/officeDocument/2006/relationships/slideLayout" Target="/ppt/slideLayouts/slideLayout33.xml" Id="R7d8f09cf35084d4a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f07e076c167433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3DB5274-4712-4231-B632-D10D8A3D98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>
            <a:endParaRPr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11D4F67-9C43-4539-B3EF-5A575CC1BB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D2AEFFA4-D616-4385-9C33-F36A243D5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1A01CF27-4F31-4FD2-BE07-7814448354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86A055DD-6743-46D0-88EC-8ABEBCE403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d489a0525408e"/>
    <p:sldLayoutId xmlns:r="http://schemas.openxmlformats.org/officeDocument/2006/relationships" id="2147483650" r:id="R7935fe595b8e4b5b"/>
    <p:sldLayoutId xmlns:r="http://schemas.openxmlformats.org/officeDocument/2006/relationships" id="2147483651" r:id="R4e44c203a004465b"/>
    <p:sldLayoutId xmlns:r="http://schemas.openxmlformats.org/officeDocument/2006/relationships" id="2147483652" r:id="Rb63e8dd95168438f"/>
    <p:sldLayoutId xmlns:r="http://schemas.openxmlformats.org/officeDocument/2006/relationships" id="2147483653" r:id="R0d020e2c574d44bf"/>
    <p:sldLayoutId xmlns:r="http://schemas.openxmlformats.org/officeDocument/2006/relationships" id="2147483654" r:id="R97a5a3c95a7b4385"/>
    <p:sldLayoutId xmlns:r="http://schemas.openxmlformats.org/officeDocument/2006/relationships" id="2147483655" r:id="R2146404b91844a02"/>
    <p:sldLayoutId xmlns:r="http://schemas.openxmlformats.org/officeDocument/2006/relationships" id="2147483656" r:id="Rdbb26a8e3e9d42d5"/>
    <p:sldLayoutId xmlns:r="http://schemas.openxmlformats.org/officeDocument/2006/relationships" id="2147483657" r:id="Ref15fa8f172344d0"/>
    <p:sldLayoutId xmlns:r="http://schemas.openxmlformats.org/officeDocument/2006/relationships" id="2147483658" r:id="R1a1fa34a452b4c51"/>
    <p:sldLayoutId xmlns:r="http://schemas.openxmlformats.org/officeDocument/2006/relationships" id="2147483659" r:id="R65ffe76030da4bb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33002b0a7d349b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8251575-A067-43D6-A397-A9FF5F1271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97280"/>
            <a:ext cx="10515600" cy="593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3CEDC8-22AE-458A-A7A0-70500B078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1327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AD077E-8FED-49AE-901C-60C5046ADC8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E77AE62-2C86-4C73-B346-ACCB38D4C9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3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1E1B43-7713-4CB1-871D-6CA3FACAE9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6481f5320b2426b"/>
    <p:sldLayoutId xmlns:r="http://schemas.openxmlformats.org/officeDocument/2006/relationships" id="2147483662" r:id="R39fd3ab544c54bcf"/>
    <p:sldLayoutId xmlns:r="http://schemas.openxmlformats.org/officeDocument/2006/relationships" id="2147483663" r:id="Rd86e3cacabd6472a"/>
    <p:sldLayoutId xmlns:r="http://schemas.openxmlformats.org/officeDocument/2006/relationships" id="2147483664" r:id="R54b77b32cacb4032"/>
    <p:sldLayoutId xmlns:r="http://schemas.openxmlformats.org/officeDocument/2006/relationships" id="2147483665" r:id="R135a674e3b9543b3"/>
    <p:sldLayoutId xmlns:r="http://schemas.openxmlformats.org/officeDocument/2006/relationships" id="2147483666" r:id="R070958ecd41e4053"/>
    <p:sldLayoutId xmlns:r="http://schemas.openxmlformats.org/officeDocument/2006/relationships" id="2147483667" r:id="R9f91da8ae3314020"/>
    <p:sldLayoutId xmlns:r="http://schemas.openxmlformats.org/officeDocument/2006/relationships" id="2147483668" r:id="R7296c1087f7f43d2"/>
    <p:sldLayoutId xmlns:r="http://schemas.openxmlformats.org/officeDocument/2006/relationships" id="2147483669" r:id="R422446827a73408b"/>
    <p:sldLayoutId xmlns:r="http://schemas.openxmlformats.org/officeDocument/2006/relationships" id="2147483670" r:id="Raa9ccf041d2d450a"/>
    <p:sldLayoutId xmlns:r="http://schemas.openxmlformats.org/officeDocument/2006/relationships" id="2147483671" r:id="R9dca7c7607504a99"/>
  </p:sldLayoutIdLst>
  <p:txStyles>
    <p:titleStyle>
      <a:lvl1pPr xmlns:a="http://schemas.openxmlformats.org/drawingml/2006/main" algn="l" defTabSz="914310">
        <a:lnSpc>
          <a:spcPct val="90000"/>
        </a:lnSpc>
        <a:spcBef>
          <a:spcPct val="0"/>
        </a:spcBef>
        <a:buNone/>
        <a:defRPr sz="3733" b="1" kern="1200">
          <a:solidFill>
            <a:srgbClr val="0070C0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228577" indent="-228577" algn="l" defTabSz="914310">
        <a:lnSpc>
          <a:spcPct val="120000"/>
        </a:lnSpc>
        <a:spcBef>
          <a:spcPts val="1000"/>
        </a:spcBef>
        <a:buFont typeface="Arial"/>
        <a:buChar char="•"/>
        <a:defRPr sz="2667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685734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2889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043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198" indent="-228577" algn="l" defTabSz="914310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353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508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664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5819" indent="-228577" algn="l" defTabSz="91431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55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10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464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621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778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2930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085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242" algn="l" defTabSz="91431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19b6806485b41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F0C3E5C-B879-47B2-A378-BC5CBBF58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097280"/>
            <a:ext cx="10515600" cy="5934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00AEE3-75C0-4613-B7F4-D281F973FF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1327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AD15FD-5B35-4153-BAD5-F52EFC8DD8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97EB62F-2070-324A-80AC-E5B80CF6A3F0}" type="datetimeFigureOut">
              <a:t>10/16/2026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92EF47-D06C-4FA3-B540-4117C00DEE9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8C90B9-7634-46D8-8A92-FB5E5E3D0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1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D2B442C-66A3-784D-B49E-8B9EFA2283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92751d3213c04431"/>
    <p:sldLayoutId xmlns:r="http://schemas.openxmlformats.org/officeDocument/2006/relationships" id="2147483674" r:id="Ra86dd75c9a874f10"/>
    <p:sldLayoutId xmlns:r="http://schemas.openxmlformats.org/officeDocument/2006/relationships" id="2147483675" r:id="Rc09a1b4001014d5f"/>
    <p:sldLayoutId xmlns:r="http://schemas.openxmlformats.org/officeDocument/2006/relationships" id="2147483676" r:id="Rea0d0cc2f47c4a43"/>
    <p:sldLayoutId xmlns:r="http://schemas.openxmlformats.org/officeDocument/2006/relationships" id="2147483677" r:id="R58abdc44b71f4128"/>
    <p:sldLayoutId xmlns:r="http://schemas.openxmlformats.org/officeDocument/2006/relationships" id="2147483678" r:id="R1c9a3131173c44cd"/>
    <p:sldLayoutId xmlns:r="http://schemas.openxmlformats.org/officeDocument/2006/relationships" id="2147483679" r:id="Re829aa773c474b06"/>
    <p:sldLayoutId xmlns:r="http://schemas.openxmlformats.org/officeDocument/2006/relationships" id="2147483680" r:id="Rc1552cfeee724b11"/>
    <p:sldLayoutId xmlns:r="http://schemas.openxmlformats.org/officeDocument/2006/relationships" id="2147483681" r:id="Rcb80123645ab4e17"/>
    <p:sldLayoutId xmlns:r="http://schemas.openxmlformats.org/officeDocument/2006/relationships" id="2147483682" r:id="Rbefd66bdc1d14e36"/>
    <p:sldLayoutId xmlns:r="http://schemas.openxmlformats.org/officeDocument/2006/relationships" id="2147483683" r:id="R7d8f09cf35084d4a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3733" b="1" kern="1200">
          <a:solidFill>
            <a:srgbClr val="0070C0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228594" indent="-228594" algn="l" defTabSz="914377">
        <a:lnSpc>
          <a:spcPct val="120000"/>
        </a:lnSpc>
        <a:spcBef>
          <a:spcPts val="1000"/>
        </a:spcBef>
        <a:buFont typeface="Arial"/>
        <a:buChar char="•"/>
        <a:defRPr sz="2667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685783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xmlns:a="http://schemas.openxmlformats.org/drawingml/2006/main" marL="1142971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xmlns:a="http://schemas.openxmlformats.org/drawingml/2006/main" marL="1600160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xmlns:a="http://schemas.openxmlformats.org/drawingml/2006/main" marL="2057349" indent="-228594" algn="l" defTabSz="914377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ed82133c1a25415a" /><Relationship Type="http://schemas.openxmlformats.org/officeDocument/2006/relationships/image" Target="/ppt/media/image3.jpeg" Id="Rb84ab75ff5ff4d0d" /><Relationship Type="http://schemas.openxmlformats.org/officeDocument/2006/relationships/image" Target="/ppt/media/image.png" Id="R89cb915c131b49b1" /><Relationship Type="http://schemas.openxmlformats.org/officeDocument/2006/relationships/notesSlide" Target="/ppt/notesSlides/notesSlide1.xml" Id="R8446cca6b4604c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d5ffbb52fb94562" /><Relationship Type="http://schemas.openxmlformats.org/officeDocument/2006/relationships/notesSlide" Target="/ppt/notesSlides/notesSlide2.xml" Id="R2793f9c88a63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9305bda341c4337" /><Relationship Type="http://schemas.openxmlformats.org/officeDocument/2006/relationships/notesSlide" Target="/ppt/notesSlides/notesSlide3.xml" Id="Rc1fbc654c1834c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1a073c90d7d42ad" /><Relationship Type="http://schemas.openxmlformats.org/officeDocument/2006/relationships/notesSlide" Target="/ppt/notesSlides/notesSlide4.xml" Id="Rc10d30510acb4f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4a617b6c1d049a7" /><Relationship Type="http://schemas.openxmlformats.org/officeDocument/2006/relationships/notesSlide" Target="/ppt/notesSlides/notesSlide5.xml" Id="Rfcf42b54ffd948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7fb90ab76494733" /><Relationship Type="http://schemas.openxmlformats.org/officeDocument/2006/relationships/image" Target="/ppt/media/image4.jpeg" Id="R444c7929ad484c44" /><Relationship Type="http://schemas.openxmlformats.org/officeDocument/2006/relationships/image" Target="/ppt/media/image2.png" Id="R94c03e447fc74a02" /><Relationship Type="http://schemas.openxmlformats.org/officeDocument/2006/relationships/notesSlide" Target="/ppt/notesSlides/notesSlide6.xml" Id="R3338775341704244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84ab75ff5ff4d0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614AA594-F462-4DB3-A2CC-E44BEF611C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b915c131b49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877" y="399674"/>
            <a:ext cx="3600451" cy="90011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CCD628D-985C-9E4D-830F-860B9D9CCF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9640" y="944880"/>
            <a:ext cx="10332720" cy="256508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t>静夜思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542425EB-1F30-1065-6A4E-2C83E20D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4169" y="3665180"/>
            <a:ext cx="12192000" cy="1310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914354">
              <a:lnSpc>
                <a:spcPct val="150000"/>
              </a:lnSpc>
              <a:buClrTx/>
              <a:buNone/>
            </a:pPr>
            <a:r>
              <a:rPr sz="2667">
                <a:solidFill>
                  <a:srgbClr val="4472C4">
                    <a:lumMod val="75000"/>
                  </a:srgbClr>
                </a:solidFill>
                <a:latin typeface="Microsoft YaHei"/>
                <a:ea typeface="Microsoft YaHei"/>
                <a:cs typeface="Microsoft YaHei"/>
              </a:rPr>
              <a:t>古诗朗读与理解</a:t>
            </a:r>
            <a:endParaRPr sz="2667" kern="1200">
              <a:solidFill>
                <a:srgbClr val="4472C4">
                  <a:lumMod val="75000"/>
                </a:srgbClr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 defTabSz="914354">
              <a:lnSpc>
                <a:spcPct val="150000"/>
              </a:lnSpc>
              <a:buClrTx/>
              <a:buNone/>
            </a:pPr>
            <a:fld id="{012A447C-427B-CEB6-75E9-DAAA603C3CA9}" type="datetime2">
              <a:rPr sz="2667">
                <a:solidFill>
                  <a:srgbClr val="4472C4">
                    <a:lumMod val="75000"/>
                  </a:srgbClr>
                </a:solidFill>
                <a:latin typeface="Microsoft YaHei"/>
                <a:ea typeface="Microsoft YaHei"/>
                <a:cs typeface="Microsoft YaHei"/>
              </a:rPr>
              <a:t>教学案例示例</a:t>
            </a:fld>
            <a:endParaRPr sz="2667" kern="1200">
              <a:solidFill>
                <a:srgbClr val="4472C4">
                  <a:lumMod val="75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4C1A82C-6E6D-A715-42E8-82A1270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3" y="224249"/>
            <a:ext cx="6125883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defTabSz="914134">
              <a:buClrTx/>
              <a:buNone/>
            </a:pPr>
            <a:r>
              <a:rPr sz="32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课堂教学案例</a:t>
            </a:r>
            <a:endParaRPr sz="3200" b="1" kern="1200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8616958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EEF2D-9548-4EFE-BDBE-0E8861F5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今天一起读诗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550C4-A22C-4B04-B0B8-538B374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读准字音，读出停顿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958A8-6408-451A-8E17-1E1862DE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根据诗句想象月夜的画面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D9DAB-F080-4E59-9D26-ED8BE50F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用一句话说出诗中的思念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00BAE-A755-4D1B-AFAB-EF9A6BC0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静夜思 李白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6A076-60ED-47A8-9A34-BB185A1E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床前明月光，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CB5DA-74E3-4FAB-BAE1-D23F4DA5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疑是地上霜。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9FF14-55D5-4E95-8808-8FEF0530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举头望明月，低头思故乡。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0EA50-75F3-49F8-8DEE-ACA8FE1B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看见的画面 想到的人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D4BB4-BAE8-4190-959A-A86D544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疑：好像，以为。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86587-CDDC-4859-85D4-A0E356EB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举头：抬头。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641DF-B661-401E-B0FD-0AC1A516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思故乡：思念家乡。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98AC9-DC0E-4E5D-BB14-990B0A7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读一读：诗人看见了什么？又想到了什么？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48885-1F2F-410F-BC94-E9D7C0C1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和同伴说一说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9095D-6870-48ED-BCC4-B6869CEB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哪些诗句让你想到明亮的月夜？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23AA0-7500-4CD2-976B-F52F441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“举头”和“低头”两个动作有什么不同？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2D334-EA33-488B-A0A3-AF6A04B7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如果你在外面，看见月亮会想起谁？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7BC21-35E9-4F51-932C-CADA1ED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51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72A40"/>
                </a:solidFill>
                <a:latin typeface="Microsoft YaHei"/>
                <a:ea typeface="Microsoft YaHei"/>
                <a:cs typeface="Microsoft YaHei"/>
              </a:rPr>
              <a:t>用诗句或自己的生活经验说说理由。</a:t>
            </a:r>
          </a:p>
        </p:txBody>
      </p:sp>
    </p:spTree>
    <p:extLst>
      <p:ext uri="{BB962C8B-B14F-4D97-AF65-F5344CB8AC3E}">
        <p14:creationId xmlns:p14="http://schemas.microsoft.com/office/powerpoint/2010/main" val="3328255833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4c7929ad484c4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77CAB7CE-CD12-45D5-863A-DFC8156A9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03e447fc74a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5716" y="5540351"/>
            <a:ext cx="3600451" cy="898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标题 7">
            <a:extLst xmlns:a="http://schemas.openxmlformats.org/drawingml/2006/main">
              <a:ext uri="{FF2B5EF4-FFF2-40B4-BE49-F238E27FC236}">
                <a16:creationId xmlns:a16="http://schemas.microsoft.com/office/drawing/2014/main" id="{CB6AD76E-784F-4EFB-99A5-9C7B77579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5867"/>
              <a:t>画一幅月夜图</a:t>
            </a:r>
          </a:p>
          <a:p xmlns:a="http://schemas.openxmlformats.org/drawingml/2006/main">
            <a:r>
              <a:rPr sz="5867"/>
              <a:t>说一句思念的话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04B4EF1-2A3B-407E-8041-6B4D52A4E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90840" y="4790257"/>
            <a:ext cx="4201160" cy="1500187"/>
          </a:xfrm>
        </p:spPr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课堂表达与交流</a:t>
            </a:r>
            <a:endParaRPr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23272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2026-10-21T15:30:23.7540000Z</dcterms:created>
  <dcterms:modified xsi:type="dcterms:W3CDTF">2026-10-21T15:30:23.7540000Z</dcterms:modified>
</coreProperties>
</file>